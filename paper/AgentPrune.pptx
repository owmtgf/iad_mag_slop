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2" r:id="rId4"/>
    <p:sldId id="258" r:id="rId5"/>
    <p:sldId id="259" r:id="rId6"/>
    <p:sldId id="266" r:id="rId7"/>
    <p:sldId id="264" r:id="rId8"/>
    <p:sldId id="267" r:id="rId9"/>
    <p:sldId id="269" r:id="rId10"/>
    <p:sldId id="265" r:id="rId11"/>
    <p:sldId id="271" r:id="rId12"/>
    <p:sldId id="272" r:id="rId13"/>
    <p:sldId id="273" r:id="rId14"/>
    <p:sldId id="274" r:id="rId15"/>
    <p:sldId id="275" r:id="rId16"/>
    <p:sldId id="276" r:id="rId17"/>
  </p:sldIdLst>
  <p:sldSz cx="12192000" cy="6858000"/>
  <p:notesSz cx="6858000" cy="12192000"/>
  <p:embeddedFontLst>
    <p:embeddedFont>
      <p:font typeface="JetBrains Mono" panose="020B0604020202020204" charset="0"/>
      <p:regular r:id="rId19"/>
    </p:embeddedFont>
    <p:embeddedFont>
      <p:font typeface="JetBrains Mono Medium" panose="020B0604020202020204" charset="0"/>
      <p:regular r:id="rId20"/>
    </p:embeddedFont>
    <p:embeddedFont>
      <p:font typeface="JetBrains Mono SemiBold" panose="020B0604020202020204" charset="0"/>
      <p:regular r:id="rId21"/>
    </p:embeddedFont>
    <p:embeddedFont>
      <p:font typeface="Mulish" panose="020B0604020202020204" charset="-52"/>
      <p:regular r:id="rId22"/>
    </p:embeddedFont>
    <p:embeddedFont>
      <p:font typeface="Mulish Bold" panose="020B0604020202020204" charset="-52"/>
      <p:regular r:id="rId23"/>
    </p:embeddedFont>
    <p:embeddedFont>
      <p:font typeface="Mulish SemiBold" panose="020B0604020202020204" charset="-52"/>
      <p:regular r:id="rId24"/>
    </p:embeddedFont>
    <p:embeddedFont>
      <p:font typeface="Russo One" panose="020B0604020202020204" charset="0"/>
      <p:regular r:id="rId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6B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6" autoAdjust="0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48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митрий Калягин" userId="8eb96c596f1bfe50" providerId="LiveId" clId="{15735A09-5A05-415D-BE42-F792BA8A0AEC}"/>
    <pc:docChg chg="undo custSel addSld delSld modSld sldOrd">
      <pc:chgData name="Дмитрий Калягин" userId="8eb96c596f1bfe50" providerId="LiveId" clId="{15735A09-5A05-415D-BE42-F792BA8A0AEC}" dt="2026-10-15T07:46:03.576" v="1288" actId="1036"/>
      <pc:docMkLst>
        <pc:docMk/>
      </pc:docMkLst>
      <pc:sldChg chg="modSp mod">
        <pc:chgData name="Дмитрий Калягин" userId="8eb96c596f1bfe50" providerId="LiveId" clId="{15735A09-5A05-415D-BE42-F792BA8A0AEC}" dt="2026-10-15T01:07:53.660" v="82" actId="20577"/>
        <pc:sldMkLst>
          <pc:docMk/>
          <pc:sldMk cId="0" sldId="256"/>
        </pc:sldMkLst>
        <pc:spChg chg="mod">
          <ac:chgData name="Дмитрий Калягин" userId="8eb96c596f1bfe50" providerId="LiveId" clId="{15735A09-5A05-415D-BE42-F792BA8A0AEC}" dt="2026-10-15T01:07:29.875" v="77" actId="20577"/>
          <ac:spMkLst>
            <pc:docMk/>
            <pc:sldMk cId="0" sldId="256"/>
            <ac:spMk id="3" creationId="{00000000-0000-0000-0000-000000000000}"/>
          </ac:spMkLst>
        </pc:spChg>
        <pc:spChg chg="mod">
          <ac:chgData name="Дмитрий Калягин" userId="8eb96c596f1bfe50" providerId="LiveId" clId="{15735A09-5A05-415D-BE42-F792BA8A0AEC}" dt="2026-10-15T01:07:53.660" v="82" actId="20577"/>
          <ac:spMkLst>
            <pc:docMk/>
            <pc:sldMk cId="0" sldId="256"/>
            <ac:spMk id="6" creationId="{00000000-0000-0000-0000-000000000000}"/>
          </ac:spMkLst>
        </pc:spChg>
      </pc:sldChg>
      <pc:sldChg chg="modSp mod">
        <pc:chgData name="Дмитрий Калягин" userId="8eb96c596f1bfe50" providerId="LiveId" clId="{15735A09-5A05-415D-BE42-F792BA8A0AEC}" dt="2026-10-15T05:21:20.254" v="208" actId="1035"/>
        <pc:sldMkLst>
          <pc:docMk/>
          <pc:sldMk cId="0" sldId="257"/>
        </pc:sldMkLst>
        <pc:spChg chg="mod">
          <ac:chgData name="Дмитрий Калягин" userId="8eb96c596f1bfe50" providerId="LiveId" clId="{15735A09-5A05-415D-BE42-F792BA8A0AEC}" dt="2026-10-15T05:21:12.924" v="189" actId="1036"/>
          <ac:spMkLst>
            <pc:docMk/>
            <pc:sldMk cId="0" sldId="257"/>
            <ac:spMk id="5" creationId="{00000000-0000-0000-0000-000000000000}"/>
          </ac:spMkLst>
        </pc:spChg>
        <pc:spChg chg="mod">
          <ac:chgData name="Дмитрий Калягин" userId="8eb96c596f1bfe50" providerId="LiveId" clId="{15735A09-5A05-415D-BE42-F792BA8A0AEC}" dt="2026-10-15T05:21:12.924" v="189" actId="1036"/>
          <ac:spMkLst>
            <pc:docMk/>
            <pc:sldMk cId="0" sldId="257"/>
            <ac:spMk id="6" creationId="{00000000-0000-0000-0000-000000000000}"/>
          </ac:spMkLst>
        </pc:spChg>
        <pc:spChg chg="mod">
          <ac:chgData name="Дмитрий Калягин" userId="8eb96c596f1bfe50" providerId="LiveId" clId="{15735A09-5A05-415D-BE42-F792BA8A0AEC}" dt="2026-10-15T05:21:12.924" v="189" actId="1036"/>
          <ac:spMkLst>
            <pc:docMk/>
            <pc:sldMk cId="0" sldId="257"/>
            <ac:spMk id="7" creationId="{00000000-0000-0000-0000-000000000000}"/>
          </ac:spMkLst>
        </pc:spChg>
        <pc:spChg chg="mod">
          <ac:chgData name="Дмитрий Калягин" userId="8eb96c596f1bfe50" providerId="LiveId" clId="{15735A09-5A05-415D-BE42-F792BA8A0AEC}" dt="2026-10-15T05:21:20.254" v="208" actId="1035"/>
          <ac:spMkLst>
            <pc:docMk/>
            <pc:sldMk cId="0" sldId="257"/>
            <ac:spMk id="13" creationId="{00000000-0000-0000-0000-000000000000}"/>
          </ac:spMkLst>
        </pc:spChg>
        <pc:spChg chg="mod">
          <ac:chgData name="Дмитрий Калягин" userId="8eb96c596f1bfe50" providerId="LiveId" clId="{15735A09-5A05-415D-BE42-F792BA8A0AEC}" dt="2026-10-15T05:21:20.254" v="208" actId="1035"/>
          <ac:spMkLst>
            <pc:docMk/>
            <pc:sldMk cId="0" sldId="257"/>
            <ac:spMk id="14" creationId="{00000000-0000-0000-0000-000000000000}"/>
          </ac:spMkLst>
        </pc:spChg>
        <pc:spChg chg="mod">
          <ac:chgData name="Дмитрий Калягин" userId="8eb96c596f1bfe50" providerId="LiveId" clId="{15735A09-5A05-415D-BE42-F792BA8A0AEC}" dt="2026-10-15T05:21:20.254" v="208" actId="1035"/>
          <ac:spMkLst>
            <pc:docMk/>
            <pc:sldMk cId="0" sldId="257"/>
            <ac:spMk id="15" creationId="{00000000-0000-0000-0000-000000000000}"/>
          </ac:spMkLst>
        </pc:spChg>
        <pc:picChg chg="mod">
          <ac:chgData name="Дмитрий Калягин" userId="8eb96c596f1bfe50" providerId="LiveId" clId="{15735A09-5A05-415D-BE42-F792BA8A0AEC}" dt="2026-10-15T05:21:12.924" v="189" actId="1036"/>
          <ac:picMkLst>
            <pc:docMk/>
            <pc:sldMk cId="0" sldId="257"/>
            <ac:picMk id="4" creationId="{00000000-0000-0000-0000-000000000000}"/>
          </ac:picMkLst>
        </pc:picChg>
        <pc:picChg chg="mod">
          <ac:chgData name="Дмитрий Калягин" userId="8eb96c596f1bfe50" providerId="LiveId" clId="{15735A09-5A05-415D-BE42-F792BA8A0AEC}" dt="2026-10-15T05:21:20.254" v="208" actId="1035"/>
          <ac:picMkLst>
            <pc:docMk/>
            <pc:sldMk cId="0" sldId="257"/>
            <ac:picMk id="12" creationId="{00000000-0000-0000-0000-000000000000}"/>
          </ac:picMkLst>
        </pc:picChg>
      </pc:sldChg>
      <pc:sldChg chg="addSp delSp modSp mod">
        <pc:chgData name="Дмитрий Калягин" userId="8eb96c596f1bfe50" providerId="LiveId" clId="{15735A09-5A05-415D-BE42-F792BA8A0AEC}" dt="2026-10-15T05:50:56.912" v="294" actId="1076"/>
        <pc:sldMkLst>
          <pc:docMk/>
          <pc:sldMk cId="0" sldId="258"/>
        </pc:sldMkLst>
        <pc:spChg chg="mod">
          <ac:chgData name="Дмитрий Калягин" userId="8eb96c596f1bfe50" providerId="LiveId" clId="{15735A09-5A05-415D-BE42-F792BA8A0AEC}" dt="2026-10-15T05:35:00.668" v="261" actId="1035"/>
          <ac:spMkLst>
            <pc:docMk/>
            <pc:sldMk cId="0" sldId="258"/>
            <ac:spMk id="4" creationId="{00000000-0000-0000-0000-000000000000}"/>
          </ac:spMkLst>
        </pc:spChg>
        <pc:spChg chg="mod">
          <ac:chgData name="Дмитрий Калягин" userId="8eb96c596f1bfe50" providerId="LiveId" clId="{15735A09-5A05-415D-BE42-F792BA8A0AEC}" dt="2026-10-15T05:35:00.668" v="261" actId="1035"/>
          <ac:spMkLst>
            <pc:docMk/>
            <pc:sldMk cId="0" sldId="258"/>
            <ac:spMk id="5" creationId="{00000000-0000-0000-0000-000000000000}"/>
          </ac:spMkLst>
        </pc:spChg>
        <pc:spChg chg="mod">
          <ac:chgData name="Дмитрий Калягин" userId="8eb96c596f1bfe50" providerId="LiveId" clId="{15735A09-5A05-415D-BE42-F792BA8A0AEC}" dt="2026-10-15T05:35:00.668" v="261" actId="1035"/>
          <ac:spMkLst>
            <pc:docMk/>
            <pc:sldMk cId="0" sldId="258"/>
            <ac:spMk id="6" creationId="{00000000-0000-0000-0000-000000000000}"/>
          </ac:spMkLst>
        </pc:spChg>
        <pc:spChg chg="mod">
          <ac:chgData name="Дмитрий Калягин" userId="8eb96c596f1bfe50" providerId="LiveId" clId="{15735A09-5A05-415D-BE42-F792BA8A0AEC}" dt="2026-10-15T05:35:00.668" v="261" actId="1035"/>
          <ac:spMkLst>
            <pc:docMk/>
            <pc:sldMk cId="0" sldId="258"/>
            <ac:spMk id="7" creationId="{00000000-0000-0000-0000-000000000000}"/>
          </ac:spMkLst>
        </pc:spChg>
        <pc:spChg chg="mod">
          <ac:chgData name="Дмитрий Калягин" userId="8eb96c596f1bfe50" providerId="LiveId" clId="{15735A09-5A05-415D-BE42-F792BA8A0AEC}" dt="2026-10-15T05:35:00.668" v="261" actId="1035"/>
          <ac:spMkLst>
            <pc:docMk/>
            <pc:sldMk cId="0" sldId="258"/>
            <ac:spMk id="8" creationId="{00000000-0000-0000-0000-000000000000}"/>
          </ac:spMkLst>
        </pc:spChg>
        <pc:spChg chg="mod">
          <ac:chgData name="Дмитрий Калягин" userId="8eb96c596f1bfe50" providerId="LiveId" clId="{15735A09-5A05-415D-BE42-F792BA8A0AEC}" dt="2026-10-15T05:35:00.668" v="261" actId="1035"/>
          <ac:spMkLst>
            <pc:docMk/>
            <pc:sldMk cId="0" sldId="258"/>
            <ac:spMk id="9" creationId="{00000000-0000-0000-0000-000000000000}"/>
          </ac:spMkLst>
        </pc:spChg>
        <pc:spChg chg="mod">
          <ac:chgData name="Дмитрий Калягин" userId="8eb96c596f1bfe50" providerId="LiveId" clId="{15735A09-5A05-415D-BE42-F792BA8A0AEC}" dt="2026-10-15T05:35:00.668" v="261" actId="1035"/>
          <ac:spMkLst>
            <pc:docMk/>
            <pc:sldMk cId="0" sldId="258"/>
            <ac:spMk id="10" creationId="{00000000-0000-0000-0000-000000000000}"/>
          </ac:spMkLst>
        </pc:spChg>
        <pc:spChg chg="mod">
          <ac:chgData name="Дмитрий Калягин" userId="8eb96c596f1bfe50" providerId="LiveId" clId="{15735A09-5A05-415D-BE42-F792BA8A0AEC}" dt="2026-10-15T05:35:00.668" v="261" actId="1035"/>
          <ac:spMkLst>
            <pc:docMk/>
            <pc:sldMk cId="0" sldId="258"/>
            <ac:spMk id="11" creationId="{00000000-0000-0000-0000-000000000000}"/>
          </ac:spMkLst>
        </pc:spChg>
        <pc:spChg chg="del">
          <ac:chgData name="Дмитрий Калягин" userId="8eb96c596f1bfe50" providerId="LiveId" clId="{15735A09-5A05-415D-BE42-F792BA8A0AEC}" dt="2026-10-15T05:35:08.754" v="262" actId="478"/>
          <ac:spMkLst>
            <pc:docMk/>
            <pc:sldMk cId="0" sldId="258"/>
            <ac:spMk id="12" creationId="{00000000-0000-0000-0000-000000000000}"/>
          </ac:spMkLst>
        </pc:spChg>
        <pc:spChg chg="mod">
          <ac:chgData name="Дмитрий Калягин" userId="8eb96c596f1bfe50" providerId="LiveId" clId="{15735A09-5A05-415D-BE42-F792BA8A0AEC}" dt="2026-10-15T05:35:00.668" v="261" actId="1035"/>
          <ac:spMkLst>
            <pc:docMk/>
            <pc:sldMk cId="0" sldId="258"/>
            <ac:spMk id="13" creationId="{00000000-0000-0000-0000-000000000000}"/>
          </ac:spMkLst>
        </pc:spChg>
        <pc:picChg chg="add del mod">
          <ac:chgData name="Дмитрий Калягин" userId="8eb96c596f1bfe50" providerId="LiveId" clId="{15735A09-5A05-415D-BE42-F792BA8A0AEC}" dt="2026-10-15T05:48:13.759" v="270" actId="478"/>
          <ac:picMkLst>
            <pc:docMk/>
            <pc:sldMk cId="0" sldId="258"/>
            <ac:picMk id="15" creationId="{05BE13CA-E938-15FF-3228-8B83FEEBF2F6}"/>
          </ac:picMkLst>
        </pc:picChg>
        <pc:picChg chg="add del mod">
          <ac:chgData name="Дмитрий Калягин" userId="8eb96c596f1bfe50" providerId="LiveId" clId="{15735A09-5A05-415D-BE42-F792BA8A0AEC}" dt="2026-10-15T05:48:14.567" v="271" actId="478"/>
          <ac:picMkLst>
            <pc:docMk/>
            <pc:sldMk cId="0" sldId="258"/>
            <ac:picMk id="17" creationId="{C60A4A91-6BF3-E6E7-80A2-59627D7D9D65}"/>
          </ac:picMkLst>
        </pc:picChg>
        <pc:picChg chg="add del mod">
          <ac:chgData name="Дмитрий Калягин" userId="8eb96c596f1bfe50" providerId="LiveId" clId="{15735A09-5A05-415D-BE42-F792BA8A0AEC}" dt="2026-10-15T05:48:50.176" v="279" actId="478"/>
          <ac:picMkLst>
            <pc:docMk/>
            <pc:sldMk cId="0" sldId="258"/>
            <ac:picMk id="19" creationId="{843AA650-5D63-2F86-CA17-AA304D899E32}"/>
          </ac:picMkLst>
        </pc:picChg>
        <pc:picChg chg="add del mod">
          <ac:chgData name="Дмитрий Калягин" userId="8eb96c596f1bfe50" providerId="LiveId" clId="{15735A09-5A05-415D-BE42-F792BA8A0AEC}" dt="2026-10-15T05:49:10.975" v="281" actId="478"/>
          <ac:picMkLst>
            <pc:docMk/>
            <pc:sldMk cId="0" sldId="258"/>
            <ac:picMk id="21" creationId="{D8415E48-33C3-CA3A-C1EE-458DBD85D299}"/>
          </ac:picMkLst>
        </pc:picChg>
        <pc:picChg chg="add del mod">
          <ac:chgData name="Дмитрий Калягин" userId="8eb96c596f1bfe50" providerId="LiveId" clId="{15735A09-5A05-415D-BE42-F792BA8A0AEC}" dt="2026-10-15T05:49:37.687" v="283" actId="478"/>
          <ac:picMkLst>
            <pc:docMk/>
            <pc:sldMk cId="0" sldId="258"/>
            <ac:picMk id="23" creationId="{F448BDC1-7B8F-89A3-629D-9D5CA36FFB74}"/>
          </ac:picMkLst>
        </pc:picChg>
        <pc:picChg chg="add mod">
          <ac:chgData name="Дмитрий Калягин" userId="8eb96c596f1bfe50" providerId="LiveId" clId="{15735A09-5A05-415D-BE42-F792BA8A0AEC}" dt="2026-10-15T05:50:00.488" v="287" actId="14100"/>
          <ac:picMkLst>
            <pc:docMk/>
            <pc:sldMk cId="0" sldId="258"/>
            <ac:picMk id="25" creationId="{CA61F336-E14E-AFFD-0456-1982BF7486FC}"/>
          </ac:picMkLst>
        </pc:picChg>
        <pc:picChg chg="add mod">
          <ac:chgData name="Дмитрий Калягин" userId="8eb96c596f1bfe50" providerId="LiveId" clId="{15735A09-5A05-415D-BE42-F792BA8A0AEC}" dt="2026-10-15T05:50:56.912" v="294" actId="1076"/>
          <ac:picMkLst>
            <pc:docMk/>
            <pc:sldMk cId="0" sldId="258"/>
            <ac:picMk id="27" creationId="{1BA60DB0-0779-B550-14AA-F4D60FF5FF3A}"/>
          </ac:picMkLst>
        </pc:picChg>
      </pc:sldChg>
      <pc:sldChg chg="addSp delSp modSp add del mod ord">
        <pc:chgData name="Дмитрий Калягин" userId="8eb96c596f1bfe50" providerId="LiveId" clId="{15735A09-5A05-415D-BE42-F792BA8A0AEC}" dt="2026-10-15T05:34:49.304" v="229" actId="47"/>
        <pc:sldMkLst>
          <pc:docMk/>
          <pc:sldMk cId="0" sldId="259"/>
        </pc:sldMkLst>
        <pc:spChg chg="del">
          <ac:chgData name="Дмитрий Калягин" userId="8eb96c596f1bfe50" providerId="LiveId" clId="{15735A09-5A05-415D-BE42-F792BA8A0AEC}" dt="2026-10-15T01:16:11.932" v="163" actId="478"/>
          <ac:spMkLst>
            <pc:docMk/>
            <pc:sldMk cId="0" sldId="259"/>
            <ac:spMk id="6" creationId="{00000000-0000-0000-0000-000000000000}"/>
          </ac:spMkLst>
        </pc:spChg>
        <pc:spChg chg="del">
          <ac:chgData name="Дмитрий Калягин" userId="8eb96c596f1bfe50" providerId="LiveId" clId="{15735A09-5A05-415D-BE42-F792BA8A0AEC}" dt="2026-10-15T01:15:43.265" v="159" actId="478"/>
          <ac:spMkLst>
            <pc:docMk/>
            <pc:sldMk cId="0" sldId="259"/>
            <ac:spMk id="8" creationId="{00000000-0000-0000-0000-000000000000}"/>
          </ac:spMkLst>
        </pc:spChg>
        <pc:spChg chg="del">
          <ac:chgData name="Дмитрий Калягин" userId="8eb96c596f1bfe50" providerId="LiveId" clId="{15735A09-5A05-415D-BE42-F792BA8A0AEC}" dt="2026-10-15T01:15:39.017" v="158" actId="478"/>
          <ac:spMkLst>
            <pc:docMk/>
            <pc:sldMk cId="0" sldId="259"/>
            <ac:spMk id="9" creationId="{00000000-0000-0000-0000-000000000000}"/>
          </ac:spMkLst>
        </pc:spChg>
        <pc:picChg chg="del">
          <ac:chgData name="Дмитрий Калягин" userId="8eb96c596f1bfe50" providerId="LiveId" clId="{15735A09-5A05-415D-BE42-F792BA8A0AEC}" dt="2026-10-15T01:15:43.265" v="159" actId="478"/>
          <ac:picMkLst>
            <pc:docMk/>
            <pc:sldMk cId="0" sldId="259"/>
            <ac:picMk id="7" creationId="{00000000-0000-0000-0000-000000000000}"/>
          </ac:picMkLst>
        </pc:picChg>
        <pc:picChg chg="add mod">
          <ac:chgData name="Дмитрий Калягин" userId="8eb96c596f1bfe50" providerId="LiveId" clId="{15735A09-5A05-415D-BE42-F792BA8A0AEC}" dt="2026-10-15T01:15:54.936" v="162" actId="1076"/>
          <ac:picMkLst>
            <pc:docMk/>
            <pc:sldMk cId="0" sldId="259"/>
            <ac:picMk id="11" creationId="{F3A9DEB4-4F45-DC9B-DF14-3D9FE7C19A24}"/>
          </ac:picMkLst>
        </pc:picChg>
      </pc:sldChg>
      <pc:sldChg chg="del ord">
        <pc:chgData name="Дмитрий Калягин" userId="8eb96c596f1bfe50" providerId="LiveId" clId="{15735A09-5A05-415D-BE42-F792BA8A0AEC}" dt="2026-10-15T05:34:47.079" v="227" actId="47"/>
        <pc:sldMkLst>
          <pc:docMk/>
          <pc:sldMk cId="0" sldId="261"/>
        </pc:sldMkLst>
      </pc:sldChg>
      <pc:sldChg chg="delSp modSp mod">
        <pc:chgData name="Дмитрий Калягин" userId="8eb96c596f1bfe50" providerId="LiveId" clId="{15735A09-5A05-415D-BE42-F792BA8A0AEC}" dt="2026-10-15T05:24:14.424" v="218" actId="478"/>
        <pc:sldMkLst>
          <pc:docMk/>
          <pc:sldMk cId="0" sldId="262"/>
        </pc:sldMkLst>
        <pc:spChg chg="mod">
          <ac:chgData name="Дмитрий Калягин" userId="8eb96c596f1bfe50" providerId="LiveId" clId="{15735A09-5A05-415D-BE42-F792BA8A0AEC}" dt="2026-10-15T01:11:28.412" v="131" actId="113"/>
          <ac:spMkLst>
            <pc:docMk/>
            <pc:sldMk cId="0" sldId="262"/>
            <ac:spMk id="4" creationId="{00000000-0000-0000-0000-000000000000}"/>
          </ac:spMkLst>
        </pc:spChg>
        <pc:spChg chg="mod">
          <ac:chgData name="Дмитрий Калягин" userId="8eb96c596f1bfe50" providerId="LiveId" clId="{15735A09-5A05-415D-BE42-F792BA8A0AEC}" dt="2026-10-15T01:01:52.572" v="37" actId="113"/>
          <ac:spMkLst>
            <pc:docMk/>
            <pc:sldMk cId="0" sldId="262"/>
            <ac:spMk id="7" creationId="{00000000-0000-0000-0000-000000000000}"/>
          </ac:spMkLst>
        </pc:spChg>
        <pc:spChg chg="mod">
          <ac:chgData name="Дмитрий Калягин" userId="8eb96c596f1bfe50" providerId="LiveId" clId="{15735A09-5A05-415D-BE42-F792BA8A0AEC}" dt="2026-10-15T01:13:13.728" v="157" actId="6549"/>
          <ac:spMkLst>
            <pc:docMk/>
            <pc:sldMk cId="0" sldId="262"/>
            <ac:spMk id="9" creationId="{00000000-0000-0000-0000-000000000000}"/>
          </ac:spMkLst>
        </pc:spChg>
        <pc:spChg chg="mod">
          <ac:chgData name="Дмитрий Калягин" userId="8eb96c596f1bfe50" providerId="LiveId" clId="{15735A09-5A05-415D-BE42-F792BA8A0AEC}" dt="2026-10-15T01:05:36.157" v="60" actId="57"/>
          <ac:spMkLst>
            <pc:docMk/>
            <pc:sldMk cId="0" sldId="262"/>
            <ac:spMk id="14" creationId="{00000000-0000-0000-0000-000000000000}"/>
          </ac:spMkLst>
        </pc:spChg>
        <pc:spChg chg="mod">
          <ac:chgData name="Дмитрий Калягин" userId="8eb96c596f1bfe50" providerId="LiveId" clId="{15735A09-5A05-415D-BE42-F792BA8A0AEC}" dt="2026-10-15T01:09:45.400" v="91" actId="20577"/>
          <ac:spMkLst>
            <pc:docMk/>
            <pc:sldMk cId="0" sldId="262"/>
            <ac:spMk id="16" creationId="{00000000-0000-0000-0000-000000000000}"/>
          </ac:spMkLst>
        </pc:spChg>
        <pc:spChg chg="mod">
          <ac:chgData name="Дмитрий Калягин" userId="8eb96c596f1bfe50" providerId="LiveId" clId="{15735A09-5A05-415D-BE42-F792BA8A0AEC}" dt="2026-10-15T01:05:48.986" v="72" actId="57"/>
          <ac:spMkLst>
            <pc:docMk/>
            <pc:sldMk cId="0" sldId="262"/>
            <ac:spMk id="19" creationId="{00000000-0000-0000-0000-000000000000}"/>
          </ac:spMkLst>
        </pc:spChg>
        <pc:spChg chg="mod">
          <ac:chgData name="Дмитрий Калягин" userId="8eb96c596f1bfe50" providerId="LiveId" clId="{15735A09-5A05-415D-BE42-F792BA8A0AEC}" dt="2026-10-15T05:22:40.747" v="212" actId="20577"/>
          <ac:spMkLst>
            <pc:docMk/>
            <pc:sldMk cId="0" sldId="262"/>
            <ac:spMk id="21" creationId="{00000000-0000-0000-0000-000000000000}"/>
          </ac:spMkLst>
        </pc:spChg>
        <pc:spChg chg="del mod">
          <ac:chgData name="Дмитрий Калягин" userId="8eb96c596f1bfe50" providerId="LiveId" clId="{15735A09-5A05-415D-BE42-F792BA8A0AEC}" dt="2026-10-15T05:24:09.288" v="217" actId="478"/>
          <ac:spMkLst>
            <pc:docMk/>
            <pc:sldMk cId="0" sldId="262"/>
            <ac:spMk id="24" creationId="{00000000-0000-0000-0000-000000000000}"/>
          </ac:spMkLst>
        </pc:spChg>
        <pc:picChg chg="del">
          <ac:chgData name="Дмитрий Калягин" userId="8eb96c596f1bfe50" providerId="LiveId" clId="{15735A09-5A05-415D-BE42-F792BA8A0AEC}" dt="2026-10-15T01:10:36.827" v="109" actId="478"/>
          <ac:picMkLst>
            <pc:docMk/>
            <pc:sldMk cId="0" sldId="262"/>
            <ac:picMk id="5" creationId="{00000000-0000-0000-0000-000000000000}"/>
          </ac:picMkLst>
        </pc:picChg>
        <pc:picChg chg="del">
          <ac:chgData name="Дмитрий Калягин" userId="8eb96c596f1bfe50" providerId="LiveId" clId="{15735A09-5A05-415D-BE42-F792BA8A0AEC}" dt="2026-10-15T01:12:05.085" v="132" actId="478"/>
          <ac:picMkLst>
            <pc:docMk/>
            <pc:sldMk cId="0" sldId="262"/>
            <ac:picMk id="10" creationId="{00000000-0000-0000-0000-000000000000}"/>
          </ac:picMkLst>
        </pc:picChg>
        <pc:picChg chg="del">
          <ac:chgData name="Дмитрий Калягин" userId="8eb96c596f1bfe50" providerId="LiveId" clId="{15735A09-5A05-415D-BE42-F792BA8A0AEC}" dt="2026-10-15T01:12:48.659" v="148" actId="478"/>
          <ac:picMkLst>
            <pc:docMk/>
            <pc:sldMk cId="0" sldId="262"/>
            <ac:picMk id="11" creationId="{00000000-0000-0000-0000-000000000000}"/>
          </ac:picMkLst>
        </pc:picChg>
        <pc:picChg chg="del">
          <ac:chgData name="Дмитрий Калягин" userId="8eb96c596f1bfe50" providerId="LiveId" clId="{15735A09-5A05-415D-BE42-F792BA8A0AEC}" dt="2026-10-15T01:12:59.352" v="153" actId="478"/>
          <ac:picMkLst>
            <pc:docMk/>
            <pc:sldMk cId="0" sldId="262"/>
            <ac:picMk id="12" creationId="{00000000-0000-0000-0000-000000000000}"/>
          </ac:picMkLst>
        </pc:picChg>
        <pc:picChg chg="del">
          <ac:chgData name="Дмитрий Калягин" userId="8eb96c596f1bfe50" providerId="LiveId" clId="{15735A09-5A05-415D-BE42-F792BA8A0AEC}" dt="2026-10-15T01:09:38.745" v="85" actId="478"/>
          <ac:picMkLst>
            <pc:docMk/>
            <pc:sldMk cId="0" sldId="262"/>
            <ac:picMk id="17" creationId="{00000000-0000-0000-0000-000000000000}"/>
          </ac:picMkLst>
        </pc:picChg>
        <pc:picChg chg="del mod">
          <ac:chgData name="Дмитрий Калягин" userId="8eb96c596f1bfe50" providerId="LiveId" clId="{15735A09-5A05-415D-BE42-F792BA8A0AEC}" dt="2026-10-15T01:09:34.906" v="84" actId="478"/>
          <ac:picMkLst>
            <pc:docMk/>
            <pc:sldMk cId="0" sldId="262"/>
            <ac:picMk id="22" creationId="{00000000-0000-0000-0000-000000000000}"/>
          </ac:picMkLst>
        </pc:picChg>
        <pc:picChg chg="del">
          <ac:chgData name="Дмитрий Калягин" userId="8eb96c596f1bfe50" providerId="LiveId" clId="{15735A09-5A05-415D-BE42-F792BA8A0AEC}" dt="2026-10-15T01:09:56.914" v="98" actId="478"/>
          <ac:picMkLst>
            <pc:docMk/>
            <pc:sldMk cId="0" sldId="262"/>
            <ac:picMk id="23" creationId="{00000000-0000-0000-0000-000000000000}"/>
          </ac:picMkLst>
        </pc:picChg>
        <pc:picChg chg="del mod">
          <ac:chgData name="Дмитрий Калягин" userId="8eb96c596f1bfe50" providerId="LiveId" clId="{15735A09-5A05-415D-BE42-F792BA8A0AEC}" dt="2026-10-15T05:24:14.424" v="218" actId="478"/>
          <ac:picMkLst>
            <pc:docMk/>
            <pc:sldMk cId="0" sldId="262"/>
            <ac:picMk id="25" creationId="{00000000-0000-0000-0000-000000000000}"/>
          </ac:picMkLst>
        </pc:picChg>
      </pc:sldChg>
      <pc:sldChg chg="del">
        <pc:chgData name="Дмитрий Калягин" userId="8eb96c596f1bfe50" providerId="LiveId" clId="{15735A09-5A05-415D-BE42-F792BA8A0AEC}" dt="2026-10-15T01:18:32.678" v="164" actId="47"/>
        <pc:sldMkLst>
          <pc:docMk/>
          <pc:sldMk cId="0" sldId="263"/>
        </pc:sldMkLst>
      </pc:sldChg>
      <pc:sldChg chg="addSp delSp modSp mod">
        <pc:chgData name="Дмитрий Калягин" userId="8eb96c596f1bfe50" providerId="LiveId" clId="{15735A09-5A05-415D-BE42-F792BA8A0AEC}" dt="2026-10-15T07:01:09.411" v="731" actId="21"/>
        <pc:sldMkLst>
          <pc:docMk/>
          <pc:sldMk cId="0" sldId="264"/>
        </pc:sldMkLst>
        <pc:spChg chg="mod">
          <ac:chgData name="Дмитрий Калягин" userId="8eb96c596f1bfe50" providerId="LiveId" clId="{15735A09-5A05-415D-BE42-F792BA8A0AEC}" dt="2026-10-15T06:04:04.270" v="461" actId="57"/>
          <ac:spMkLst>
            <pc:docMk/>
            <pc:sldMk cId="0" sldId="264"/>
            <ac:spMk id="5" creationId="{00000000-0000-0000-0000-000000000000}"/>
          </ac:spMkLst>
        </pc:spChg>
        <pc:spChg chg="mod">
          <ac:chgData name="Дмитрий Калягин" userId="8eb96c596f1bfe50" providerId="LiveId" clId="{15735A09-5A05-415D-BE42-F792BA8A0AEC}" dt="2026-10-15T06:31:37.647" v="555" actId="20577"/>
          <ac:spMkLst>
            <pc:docMk/>
            <pc:sldMk cId="0" sldId="264"/>
            <ac:spMk id="6" creationId="{00000000-0000-0000-0000-000000000000}"/>
          </ac:spMkLst>
        </pc:spChg>
        <pc:spChg chg="del">
          <ac:chgData name="Дмитрий Калягин" userId="8eb96c596f1bfe50" providerId="LiveId" clId="{15735A09-5A05-415D-BE42-F792BA8A0AEC}" dt="2026-10-15T06:09:18.267" v="463" actId="478"/>
          <ac:spMkLst>
            <pc:docMk/>
            <pc:sldMk cId="0" sldId="264"/>
            <ac:spMk id="10" creationId="{00000000-0000-0000-0000-000000000000}"/>
          </ac:spMkLst>
        </pc:spChg>
        <pc:spChg chg="mod">
          <ac:chgData name="Дмитрий Калягин" userId="8eb96c596f1bfe50" providerId="LiveId" clId="{15735A09-5A05-415D-BE42-F792BA8A0AEC}" dt="2026-10-15T06:15:45.768" v="501" actId="20577"/>
          <ac:spMkLst>
            <pc:docMk/>
            <pc:sldMk cId="0" sldId="264"/>
            <ac:spMk id="13" creationId="{00000000-0000-0000-0000-000000000000}"/>
          </ac:spMkLst>
        </pc:spChg>
        <pc:spChg chg="mod">
          <ac:chgData name="Дмитрий Калягин" userId="8eb96c596f1bfe50" providerId="LiveId" clId="{15735A09-5A05-415D-BE42-F792BA8A0AEC}" dt="2026-10-15T06:15:59.236" v="516" actId="1036"/>
          <ac:spMkLst>
            <pc:docMk/>
            <pc:sldMk cId="0" sldId="264"/>
            <ac:spMk id="14" creationId="{00000000-0000-0000-0000-000000000000}"/>
          </ac:spMkLst>
        </pc:spChg>
        <pc:spChg chg="del">
          <ac:chgData name="Дмитрий Калягин" userId="8eb96c596f1bfe50" providerId="LiveId" clId="{15735A09-5A05-415D-BE42-F792BA8A0AEC}" dt="2026-10-15T07:01:09.411" v="731" actId="21"/>
          <ac:spMkLst>
            <pc:docMk/>
            <pc:sldMk cId="0" sldId="264"/>
            <ac:spMk id="15" creationId="{00000000-0000-0000-0000-000000000000}"/>
          </ac:spMkLst>
        </pc:spChg>
        <pc:spChg chg="mod">
          <ac:chgData name="Дмитрий Калягин" userId="8eb96c596f1bfe50" providerId="LiveId" clId="{15735A09-5A05-415D-BE42-F792BA8A0AEC}" dt="2026-10-15T06:09:54.889" v="473" actId="14100"/>
          <ac:spMkLst>
            <pc:docMk/>
            <pc:sldMk cId="0" sldId="264"/>
            <ac:spMk id="16" creationId="{00000000-0000-0000-0000-000000000000}"/>
          </ac:spMkLst>
        </pc:spChg>
        <pc:spChg chg="del">
          <ac:chgData name="Дмитрий Калягин" userId="8eb96c596f1bfe50" providerId="LiveId" clId="{15735A09-5A05-415D-BE42-F792BA8A0AEC}" dt="2026-10-15T06:09:16.052" v="462" actId="478"/>
          <ac:spMkLst>
            <pc:docMk/>
            <pc:sldMk cId="0" sldId="264"/>
            <ac:spMk id="17" creationId="{00000000-0000-0000-0000-000000000000}"/>
          </ac:spMkLst>
        </pc:spChg>
        <pc:picChg chg="add del mod">
          <ac:chgData name="Дмитрий Калягин" userId="8eb96c596f1bfe50" providerId="LiveId" clId="{15735A09-5A05-415D-BE42-F792BA8A0AEC}" dt="2026-10-15T06:31:10.567" v="522" actId="478"/>
          <ac:picMkLst>
            <pc:docMk/>
            <pc:sldMk cId="0" sldId="264"/>
            <ac:picMk id="8" creationId="{56116B14-7C14-44F6-0165-A5E3171FB0C9}"/>
          </ac:picMkLst>
        </pc:picChg>
      </pc:sldChg>
      <pc:sldChg chg="addSp delSp modSp mod">
        <pc:chgData name="Дмитрий Калягин" userId="8eb96c596f1bfe50" providerId="LiveId" clId="{15735A09-5A05-415D-BE42-F792BA8A0AEC}" dt="2026-10-15T07:35:05.742" v="1087" actId="14100"/>
        <pc:sldMkLst>
          <pc:docMk/>
          <pc:sldMk cId="0" sldId="265"/>
        </pc:sldMkLst>
        <pc:spChg chg="mod">
          <ac:chgData name="Дмитрий Калягин" userId="8eb96c596f1bfe50" providerId="LiveId" clId="{15735A09-5A05-415D-BE42-F792BA8A0AEC}" dt="2026-10-15T07:34:41.183" v="1081" actId="14100"/>
          <ac:spMkLst>
            <pc:docMk/>
            <pc:sldMk cId="0" sldId="265"/>
            <ac:spMk id="4" creationId="{00000000-0000-0000-0000-000000000000}"/>
          </ac:spMkLst>
        </pc:spChg>
        <pc:spChg chg="mod">
          <ac:chgData name="Дмитрий Калягин" userId="8eb96c596f1bfe50" providerId="LiveId" clId="{15735A09-5A05-415D-BE42-F792BA8A0AEC}" dt="2026-10-15T07:34:45.389" v="1082" actId="14100"/>
          <ac:spMkLst>
            <pc:docMk/>
            <pc:sldMk cId="0" sldId="265"/>
            <ac:spMk id="5" creationId="{00000000-0000-0000-0000-000000000000}"/>
          </ac:spMkLst>
        </pc:spChg>
        <pc:spChg chg="mod">
          <ac:chgData name="Дмитрий Калягин" userId="8eb96c596f1bfe50" providerId="LiveId" clId="{15735A09-5A05-415D-BE42-F792BA8A0AEC}" dt="2026-10-15T07:34:49.646" v="1083" actId="14100"/>
          <ac:spMkLst>
            <pc:docMk/>
            <pc:sldMk cId="0" sldId="265"/>
            <ac:spMk id="6" creationId="{00000000-0000-0000-0000-000000000000}"/>
          </ac:spMkLst>
        </pc:spChg>
        <pc:spChg chg="del">
          <ac:chgData name="Дмитрий Калягин" userId="8eb96c596f1bfe50" providerId="LiveId" clId="{15735A09-5A05-415D-BE42-F792BA8A0AEC}" dt="2026-10-15T07:34:33.091" v="1076" actId="478"/>
          <ac:spMkLst>
            <pc:docMk/>
            <pc:sldMk cId="0" sldId="265"/>
            <ac:spMk id="9" creationId="{00000000-0000-0000-0000-000000000000}"/>
          </ac:spMkLst>
        </pc:spChg>
        <pc:spChg chg="del mod">
          <ac:chgData name="Дмитрий Калягин" userId="8eb96c596f1bfe50" providerId="LiveId" clId="{15735A09-5A05-415D-BE42-F792BA8A0AEC}" dt="2026-10-15T07:34:34.799" v="1078" actId="478"/>
          <ac:spMkLst>
            <pc:docMk/>
            <pc:sldMk cId="0" sldId="265"/>
            <ac:spMk id="10" creationId="{00000000-0000-0000-0000-000000000000}"/>
          </ac:spMkLst>
        </pc:spChg>
        <pc:spChg chg="del mod">
          <ac:chgData name="Дмитрий Калягин" userId="8eb96c596f1bfe50" providerId="LiveId" clId="{15735A09-5A05-415D-BE42-F792BA8A0AEC}" dt="2026-10-15T07:34:36.515" v="1080" actId="478"/>
          <ac:spMkLst>
            <pc:docMk/>
            <pc:sldMk cId="0" sldId="265"/>
            <ac:spMk id="11" creationId="{00000000-0000-0000-0000-000000000000}"/>
          </ac:spMkLst>
        </pc:spChg>
        <pc:spChg chg="del">
          <ac:chgData name="Дмитрий Калягин" userId="8eb96c596f1bfe50" providerId="LiveId" clId="{15735A09-5A05-415D-BE42-F792BA8A0AEC}" dt="2026-10-15T07:18:36.366" v="879" actId="478"/>
          <ac:spMkLst>
            <pc:docMk/>
            <pc:sldMk cId="0" sldId="265"/>
            <ac:spMk id="13" creationId="{00000000-0000-0000-0000-000000000000}"/>
          </ac:spMkLst>
        </pc:spChg>
        <pc:spChg chg="mod">
          <ac:chgData name="Дмитрий Калягин" userId="8eb96c596f1bfe50" providerId="LiveId" clId="{15735A09-5A05-415D-BE42-F792BA8A0AEC}" dt="2026-10-15T07:35:05.742" v="1087" actId="14100"/>
          <ac:spMkLst>
            <pc:docMk/>
            <pc:sldMk cId="0" sldId="265"/>
            <ac:spMk id="14" creationId="{00000000-0000-0000-0000-000000000000}"/>
          </ac:spMkLst>
        </pc:spChg>
        <pc:spChg chg="del mod">
          <ac:chgData name="Дмитрий Калягин" userId="8eb96c596f1bfe50" providerId="LiveId" clId="{15735A09-5A05-415D-BE42-F792BA8A0AEC}" dt="2026-10-15T07:18:44.941" v="881" actId="478"/>
          <ac:spMkLst>
            <pc:docMk/>
            <pc:sldMk cId="0" sldId="265"/>
            <ac:spMk id="16" creationId="{00000000-0000-0000-0000-000000000000}"/>
          </ac:spMkLst>
        </pc:spChg>
        <pc:spChg chg="del">
          <ac:chgData name="Дмитрий Калягин" userId="8eb96c596f1bfe50" providerId="LiveId" clId="{15735A09-5A05-415D-BE42-F792BA8A0AEC}" dt="2026-10-15T07:27:33.192" v="1017" actId="478"/>
          <ac:spMkLst>
            <pc:docMk/>
            <pc:sldMk cId="0" sldId="265"/>
            <ac:spMk id="17" creationId="{00000000-0000-0000-0000-000000000000}"/>
          </ac:spMkLst>
        </pc:spChg>
        <pc:picChg chg="add mod">
          <ac:chgData name="Дмитрий Калягин" userId="8eb96c596f1bfe50" providerId="LiveId" clId="{15735A09-5A05-415D-BE42-F792BA8A0AEC}" dt="2026-10-15T07:35:01.744" v="1086" actId="1076"/>
          <ac:picMkLst>
            <pc:docMk/>
            <pc:sldMk cId="0" sldId="265"/>
            <ac:picMk id="8" creationId="{CEB48537-E815-3F35-291A-CED69FCC7086}"/>
          </ac:picMkLst>
        </pc:picChg>
        <pc:picChg chg="add mod">
          <ac:chgData name="Дмитрий Калягин" userId="8eb96c596f1bfe50" providerId="LiveId" clId="{15735A09-5A05-415D-BE42-F792BA8A0AEC}" dt="2026-10-15T07:34:56.400" v="1085" actId="1076"/>
          <ac:picMkLst>
            <pc:docMk/>
            <pc:sldMk cId="0" sldId="265"/>
            <ac:picMk id="12" creationId="{A2665F99-84B8-D1E2-CA8B-AEDB1F9D3734}"/>
          </ac:picMkLst>
        </pc:picChg>
      </pc:sldChg>
      <pc:sldChg chg="addSp delSp modSp mod">
        <pc:chgData name="Дмитрий Калягин" userId="8eb96c596f1bfe50" providerId="LiveId" clId="{15735A09-5A05-415D-BE42-F792BA8A0AEC}" dt="2026-10-15T06:02:36.809" v="449" actId="1076"/>
        <pc:sldMkLst>
          <pc:docMk/>
          <pc:sldMk cId="0" sldId="266"/>
        </pc:sldMkLst>
        <pc:spChg chg="mod">
          <ac:chgData name="Дмитрий Калягин" userId="8eb96c596f1bfe50" providerId="LiveId" clId="{15735A09-5A05-415D-BE42-F792BA8A0AEC}" dt="2026-10-15T06:00:01" v="384" actId="1036"/>
          <ac:spMkLst>
            <pc:docMk/>
            <pc:sldMk cId="0" sldId="266"/>
            <ac:spMk id="4" creationId="{00000000-0000-0000-0000-000000000000}"/>
          </ac:spMkLst>
        </pc:spChg>
        <pc:spChg chg="mod">
          <ac:chgData name="Дмитрий Калягин" userId="8eb96c596f1bfe50" providerId="LiveId" clId="{15735A09-5A05-415D-BE42-F792BA8A0AEC}" dt="2026-10-15T06:02:36.809" v="449" actId="1076"/>
          <ac:spMkLst>
            <pc:docMk/>
            <pc:sldMk cId="0" sldId="266"/>
            <ac:spMk id="5" creationId="{00000000-0000-0000-0000-000000000000}"/>
          </ac:spMkLst>
        </pc:spChg>
        <pc:spChg chg="mod">
          <ac:chgData name="Дмитрий Калягин" userId="8eb96c596f1bfe50" providerId="LiveId" clId="{15735A09-5A05-415D-BE42-F792BA8A0AEC}" dt="2026-10-15T06:02:36.809" v="449" actId="1076"/>
          <ac:spMkLst>
            <pc:docMk/>
            <pc:sldMk cId="0" sldId="266"/>
            <ac:spMk id="6" creationId="{00000000-0000-0000-0000-000000000000}"/>
          </ac:spMkLst>
        </pc:spChg>
        <pc:spChg chg="mod">
          <ac:chgData name="Дмитрий Калягин" userId="8eb96c596f1bfe50" providerId="LiveId" clId="{15735A09-5A05-415D-BE42-F792BA8A0AEC}" dt="2026-10-15T06:02:36.809" v="449" actId="1076"/>
          <ac:spMkLst>
            <pc:docMk/>
            <pc:sldMk cId="0" sldId="266"/>
            <ac:spMk id="7" creationId="{00000000-0000-0000-0000-000000000000}"/>
          </ac:spMkLst>
        </pc:spChg>
        <pc:spChg chg="del mod">
          <ac:chgData name="Дмитрий Калягин" userId="8eb96c596f1bfe50" providerId="LiveId" clId="{15735A09-5A05-415D-BE42-F792BA8A0AEC}" dt="2026-10-15T06:01:34.335" v="419" actId="478"/>
          <ac:spMkLst>
            <pc:docMk/>
            <pc:sldMk cId="0" sldId="266"/>
            <ac:spMk id="8" creationId="{00000000-0000-0000-0000-000000000000}"/>
          </ac:spMkLst>
        </pc:spChg>
        <pc:spChg chg="del mod">
          <ac:chgData name="Дмитрий Калягин" userId="8eb96c596f1bfe50" providerId="LiveId" clId="{15735A09-5A05-415D-BE42-F792BA8A0AEC}" dt="2026-10-15T06:01:35.527" v="420" actId="478"/>
          <ac:spMkLst>
            <pc:docMk/>
            <pc:sldMk cId="0" sldId="266"/>
            <ac:spMk id="9" creationId="{00000000-0000-0000-0000-000000000000}"/>
          </ac:spMkLst>
        </pc:spChg>
        <pc:spChg chg="del mod">
          <ac:chgData name="Дмитрий Калягин" userId="8eb96c596f1bfe50" providerId="LiveId" clId="{15735A09-5A05-415D-BE42-F792BA8A0AEC}" dt="2026-10-15T06:01:37.913" v="423" actId="478"/>
          <ac:spMkLst>
            <pc:docMk/>
            <pc:sldMk cId="0" sldId="266"/>
            <ac:spMk id="10" creationId="{00000000-0000-0000-0000-000000000000}"/>
          </ac:spMkLst>
        </pc:spChg>
        <pc:spChg chg="del mod">
          <ac:chgData name="Дмитрий Калягин" userId="8eb96c596f1bfe50" providerId="LiveId" clId="{15735A09-5A05-415D-BE42-F792BA8A0AEC}" dt="2026-10-15T06:01:38.920" v="424" actId="478"/>
          <ac:spMkLst>
            <pc:docMk/>
            <pc:sldMk cId="0" sldId="266"/>
            <ac:spMk id="11" creationId="{00000000-0000-0000-0000-000000000000}"/>
          </ac:spMkLst>
        </pc:spChg>
        <pc:spChg chg="del">
          <ac:chgData name="Дмитрий Калягин" userId="8eb96c596f1bfe50" providerId="LiveId" clId="{15735A09-5A05-415D-BE42-F792BA8A0AEC}" dt="2026-10-15T06:01:32.634" v="417" actId="478"/>
          <ac:spMkLst>
            <pc:docMk/>
            <pc:sldMk cId="0" sldId="266"/>
            <ac:spMk id="12" creationId="{00000000-0000-0000-0000-000000000000}"/>
          </ac:spMkLst>
        </pc:spChg>
        <pc:spChg chg="del">
          <ac:chgData name="Дмитрий Калягин" userId="8eb96c596f1bfe50" providerId="LiveId" clId="{15735A09-5A05-415D-BE42-F792BA8A0AEC}" dt="2026-10-15T06:01:32.634" v="417" actId="478"/>
          <ac:spMkLst>
            <pc:docMk/>
            <pc:sldMk cId="0" sldId="266"/>
            <ac:spMk id="13" creationId="{00000000-0000-0000-0000-000000000000}"/>
          </ac:spMkLst>
        </pc:spChg>
        <pc:spChg chg="del mod">
          <ac:chgData name="Дмитрий Калягин" userId="8eb96c596f1bfe50" providerId="LiveId" clId="{15735A09-5A05-415D-BE42-F792BA8A0AEC}" dt="2026-10-15T06:01:32.634" v="417" actId="478"/>
          <ac:spMkLst>
            <pc:docMk/>
            <pc:sldMk cId="0" sldId="266"/>
            <ac:spMk id="14" creationId="{00000000-0000-0000-0000-000000000000}"/>
          </ac:spMkLst>
        </pc:spChg>
        <pc:spChg chg="del mod">
          <ac:chgData name="Дмитрий Калягин" userId="8eb96c596f1bfe50" providerId="LiveId" clId="{15735A09-5A05-415D-BE42-F792BA8A0AEC}" dt="2026-10-15T06:01:32.634" v="417" actId="478"/>
          <ac:spMkLst>
            <pc:docMk/>
            <pc:sldMk cId="0" sldId="266"/>
            <ac:spMk id="15" creationId="{00000000-0000-0000-0000-000000000000}"/>
          </ac:spMkLst>
        </pc:spChg>
        <pc:spChg chg="del">
          <ac:chgData name="Дмитрий Калягин" userId="8eb96c596f1bfe50" providerId="LiveId" clId="{15735A09-5A05-415D-BE42-F792BA8A0AEC}" dt="2026-10-15T06:01:32.634" v="417" actId="478"/>
          <ac:spMkLst>
            <pc:docMk/>
            <pc:sldMk cId="0" sldId="266"/>
            <ac:spMk id="16" creationId="{00000000-0000-0000-0000-000000000000}"/>
          </ac:spMkLst>
        </pc:spChg>
        <pc:spChg chg="del">
          <ac:chgData name="Дмитрий Калягин" userId="8eb96c596f1bfe50" providerId="LiveId" clId="{15735A09-5A05-415D-BE42-F792BA8A0AEC}" dt="2026-10-15T06:01:32.634" v="417" actId="478"/>
          <ac:spMkLst>
            <pc:docMk/>
            <pc:sldMk cId="0" sldId="266"/>
            <ac:spMk id="17" creationId="{00000000-0000-0000-0000-000000000000}"/>
          </ac:spMkLst>
        </pc:spChg>
        <pc:spChg chg="del mod">
          <ac:chgData name="Дмитрий Калягин" userId="8eb96c596f1bfe50" providerId="LiveId" clId="{15735A09-5A05-415D-BE42-F792BA8A0AEC}" dt="2026-10-15T06:01:32.634" v="417" actId="478"/>
          <ac:spMkLst>
            <pc:docMk/>
            <pc:sldMk cId="0" sldId="266"/>
            <ac:spMk id="18" creationId="{00000000-0000-0000-0000-000000000000}"/>
          </ac:spMkLst>
        </pc:spChg>
        <pc:spChg chg="del mod">
          <ac:chgData name="Дмитрий Калягин" userId="8eb96c596f1bfe50" providerId="LiveId" clId="{15735A09-5A05-415D-BE42-F792BA8A0AEC}" dt="2026-10-15T06:01:32.634" v="417" actId="478"/>
          <ac:spMkLst>
            <pc:docMk/>
            <pc:sldMk cId="0" sldId="266"/>
            <ac:spMk id="19" creationId="{00000000-0000-0000-0000-000000000000}"/>
          </ac:spMkLst>
        </pc:spChg>
        <pc:spChg chg="del">
          <ac:chgData name="Дмитрий Калягин" userId="8eb96c596f1bfe50" providerId="LiveId" clId="{15735A09-5A05-415D-BE42-F792BA8A0AEC}" dt="2026-10-15T05:55:56.856" v="295" actId="478"/>
          <ac:spMkLst>
            <pc:docMk/>
            <pc:sldMk cId="0" sldId="266"/>
            <ac:spMk id="20" creationId="{00000000-0000-0000-0000-000000000000}"/>
          </ac:spMkLst>
        </pc:spChg>
        <pc:spChg chg="del">
          <ac:chgData name="Дмитрий Калягин" userId="8eb96c596f1bfe50" providerId="LiveId" clId="{15735A09-5A05-415D-BE42-F792BA8A0AEC}" dt="2026-10-15T05:55:59.381" v="296" actId="478"/>
          <ac:spMkLst>
            <pc:docMk/>
            <pc:sldMk cId="0" sldId="266"/>
            <ac:spMk id="21" creationId="{00000000-0000-0000-0000-000000000000}"/>
          </ac:spMkLst>
        </pc:spChg>
        <pc:spChg chg="add mod">
          <ac:chgData name="Дмитрий Калягин" userId="8eb96c596f1bfe50" providerId="LiveId" clId="{15735A09-5A05-415D-BE42-F792BA8A0AEC}" dt="2026-10-15T06:00:09.930" v="404" actId="1035"/>
          <ac:spMkLst>
            <pc:docMk/>
            <pc:sldMk cId="0" sldId="266"/>
            <ac:spMk id="23" creationId="{DED2C37F-BF6F-8363-15BD-220E06BBC92C}"/>
          </ac:spMkLst>
        </pc:spChg>
        <pc:spChg chg="add mod">
          <ac:chgData name="Дмитрий Калягин" userId="8eb96c596f1bfe50" providerId="LiveId" clId="{15735A09-5A05-415D-BE42-F792BA8A0AEC}" dt="2026-10-15T06:00:09.930" v="404" actId="1035"/>
          <ac:spMkLst>
            <pc:docMk/>
            <pc:sldMk cId="0" sldId="266"/>
            <ac:spMk id="25" creationId="{152CB6D7-FDF8-9307-1F82-5553BFA0ACD2}"/>
          </ac:spMkLst>
        </pc:spChg>
        <pc:spChg chg="add mod">
          <ac:chgData name="Дмитрий Калягин" userId="8eb96c596f1bfe50" providerId="LiveId" clId="{15735A09-5A05-415D-BE42-F792BA8A0AEC}" dt="2026-10-15T06:00:09.930" v="404" actId="1035"/>
          <ac:spMkLst>
            <pc:docMk/>
            <pc:sldMk cId="0" sldId="266"/>
            <ac:spMk id="27" creationId="{04B7E573-F33B-6404-3BCF-557C9D97B216}"/>
          </ac:spMkLst>
        </pc:spChg>
        <pc:spChg chg="add mod">
          <ac:chgData name="Дмитрий Калягин" userId="8eb96c596f1bfe50" providerId="LiveId" clId="{15735A09-5A05-415D-BE42-F792BA8A0AEC}" dt="2026-10-15T06:02:36.809" v="449" actId="1076"/>
          <ac:spMkLst>
            <pc:docMk/>
            <pc:sldMk cId="0" sldId="266"/>
            <ac:spMk id="29" creationId="{C7ED2509-7071-8A49-7C2B-97133E38451C}"/>
          </ac:spMkLst>
        </pc:spChg>
        <pc:spChg chg="add mod">
          <ac:chgData name="Дмитрий Калягин" userId="8eb96c596f1bfe50" providerId="LiveId" clId="{15735A09-5A05-415D-BE42-F792BA8A0AEC}" dt="2026-10-15T06:02:36.809" v="449" actId="1076"/>
          <ac:spMkLst>
            <pc:docMk/>
            <pc:sldMk cId="0" sldId="266"/>
            <ac:spMk id="31" creationId="{11BE42C4-2BB3-C4E8-14DD-D223A60B1F11}"/>
          </ac:spMkLst>
        </pc:spChg>
        <pc:spChg chg="add mod">
          <ac:chgData name="Дмитрий Калягин" userId="8eb96c596f1bfe50" providerId="LiveId" clId="{15735A09-5A05-415D-BE42-F792BA8A0AEC}" dt="2026-10-15T06:02:36.809" v="449" actId="1076"/>
          <ac:spMkLst>
            <pc:docMk/>
            <pc:sldMk cId="0" sldId="266"/>
            <ac:spMk id="33" creationId="{7F479CF6-0E4B-CC3B-62DF-0EC5064F5947}"/>
          </ac:spMkLst>
        </pc:spChg>
        <pc:spChg chg="add mod">
          <ac:chgData name="Дмитрий Калягин" userId="8eb96c596f1bfe50" providerId="LiveId" clId="{15735A09-5A05-415D-BE42-F792BA8A0AEC}" dt="2026-10-15T06:02:36.809" v="449" actId="1076"/>
          <ac:spMkLst>
            <pc:docMk/>
            <pc:sldMk cId="0" sldId="266"/>
            <ac:spMk id="35" creationId="{29B49A2E-2BC2-9200-288A-BBE78CCB20D7}"/>
          </ac:spMkLst>
        </pc:spChg>
        <pc:spChg chg="add mod">
          <ac:chgData name="Дмитрий Калягин" userId="8eb96c596f1bfe50" providerId="LiveId" clId="{15735A09-5A05-415D-BE42-F792BA8A0AEC}" dt="2026-10-15T06:02:36.809" v="449" actId="1076"/>
          <ac:spMkLst>
            <pc:docMk/>
            <pc:sldMk cId="0" sldId="266"/>
            <ac:spMk id="37" creationId="{F20C9B5D-1CDF-DDF7-449A-466F78F44078}"/>
          </ac:spMkLst>
        </pc:spChg>
        <pc:spChg chg="add mod">
          <ac:chgData name="Дмитрий Калягин" userId="8eb96c596f1bfe50" providerId="LiveId" clId="{15735A09-5A05-415D-BE42-F792BA8A0AEC}" dt="2026-10-15T06:02:36.809" v="449" actId="1076"/>
          <ac:spMkLst>
            <pc:docMk/>
            <pc:sldMk cId="0" sldId="266"/>
            <ac:spMk id="39" creationId="{7760649F-56BF-58E1-67BC-582A8B8463FF}"/>
          </ac:spMkLst>
        </pc:spChg>
        <pc:spChg chg="add mod">
          <ac:chgData name="Дмитрий Калягин" userId="8eb96c596f1bfe50" providerId="LiveId" clId="{15735A09-5A05-415D-BE42-F792BA8A0AEC}" dt="2026-10-15T06:01:18.853" v="412" actId="1076"/>
          <ac:spMkLst>
            <pc:docMk/>
            <pc:sldMk cId="0" sldId="266"/>
            <ac:spMk id="41" creationId="{0A7D234E-C383-46C2-2C35-FCF2735A2826}"/>
          </ac:spMkLst>
        </pc:spChg>
        <pc:spChg chg="add mod">
          <ac:chgData name="Дмитрий Калягин" userId="8eb96c596f1bfe50" providerId="LiveId" clId="{15735A09-5A05-415D-BE42-F792BA8A0AEC}" dt="2026-10-15T06:01:25.784" v="415"/>
          <ac:spMkLst>
            <pc:docMk/>
            <pc:sldMk cId="0" sldId="266"/>
            <ac:spMk id="43" creationId="{36066FB4-D64B-E476-F173-497CC397B550}"/>
          </ac:spMkLst>
        </pc:spChg>
        <pc:spChg chg="add mod">
          <ac:chgData name="Дмитрий Калягин" userId="8eb96c596f1bfe50" providerId="LiveId" clId="{15735A09-5A05-415D-BE42-F792BA8A0AEC}" dt="2026-10-15T06:02:36.809" v="449" actId="1076"/>
          <ac:spMkLst>
            <pc:docMk/>
            <pc:sldMk cId="0" sldId="266"/>
            <ac:spMk id="45" creationId="{631D6F05-ACD4-BC4E-C441-8B09F97F6798}"/>
          </ac:spMkLst>
        </pc:spChg>
        <pc:picChg chg="add mod">
          <ac:chgData name="Дмитрий Калягин" userId="8eb96c596f1bfe50" providerId="LiveId" clId="{15735A09-5A05-415D-BE42-F792BA8A0AEC}" dt="2026-10-15T06:02:18.541" v="447" actId="1076"/>
          <ac:picMkLst>
            <pc:docMk/>
            <pc:sldMk cId="0" sldId="266"/>
            <ac:picMk id="47" creationId="{9805263D-E05E-329E-CB9C-AA476A4636D1}"/>
          </ac:picMkLst>
        </pc:picChg>
      </pc:sldChg>
      <pc:sldChg chg="addSp delSp modSp mod">
        <pc:chgData name="Дмитрий Калягин" userId="8eb96c596f1bfe50" providerId="LiveId" clId="{15735A09-5A05-415D-BE42-F792BA8A0AEC}" dt="2026-10-15T07:01:16.169" v="743" actId="1036"/>
        <pc:sldMkLst>
          <pc:docMk/>
          <pc:sldMk cId="0" sldId="267"/>
        </pc:sldMkLst>
        <pc:spChg chg="mod">
          <ac:chgData name="Дмитрий Калягин" userId="8eb96c596f1bfe50" providerId="LiveId" clId="{15735A09-5A05-415D-BE42-F792BA8A0AEC}" dt="2026-10-15T06:35:17.846" v="561" actId="1076"/>
          <ac:spMkLst>
            <pc:docMk/>
            <pc:sldMk cId="0" sldId="267"/>
            <ac:spMk id="6" creationId="{00000000-0000-0000-0000-000000000000}"/>
          </ac:spMkLst>
        </pc:spChg>
        <pc:spChg chg="add mod">
          <ac:chgData name="Дмитрий Калягин" userId="8eb96c596f1bfe50" providerId="LiveId" clId="{15735A09-5A05-415D-BE42-F792BA8A0AEC}" dt="2026-10-15T07:01:16.169" v="743" actId="1036"/>
          <ac:spMkLst>
            <pc:docMk/>
            <pc:sldMk cId="0" sldId="267"/>
            <ac:spMk id="8" creationId="{6BE9D641-50EE-46C0-01D7-C2DAC10F54BB}"/>
          </ac:spMkLst>
        </pc:spChg>
        <pc:spChg chg="del">
          <ac:chgData name="Дмитрий Калягин" userId="8eb96c596f1bfe50" providerId="LiveId" clId="{15735A09-5A05-415D-BE42-F792BA8A0AEC}" dt="2026-10-15T06:34:39.575" v="556" actId="478"/>
          <ac:spMkLst>
            <pc:docMk/>
            <pc:sldMk cId="0" sldId="267"/>
            <ac:spMk id="10" creationId="{00000000-0000-0000-0000-000000000000}"/>
          </ac:spMkLst>
        </pc:spChg>
        <pc:spChg chg="mod">
          <ac:chgData name="Дмитрий Калягин" userId="8eb96c596f1bfe50" providerId="LiveId" clId="{15735A09-5A05-415D-BE42-F792BA8A0AEC}" dt="2026-10-15T06:42:14.993" v="613" actId="20577"/>
          <ac:spMkLst>
            <pc:docMk/>
            <pc:sldMk cId="0" sldId="267"/>
            <ac:spMk id="13" creationId="{00000000-0000-0000-0000-000000000000}"/>
          </ac:spMkLst>
        </pc:spChg>
        <pc:spChg chg="del">
          <ac:chgData name="Дмитрий Калягин" userId="8eb96c596f1bfe50" providerId="LiveId" clId="{15735A09-5A05-415D-BE42-F792BA8A0AEC}" dt="2026-10-15T06:41:43.757" v="570" actId="478"/>
          <ac:spMkLst>
            <pc:docMk/>
            <pc:sldMk cId="0" sldId="267"/>
            <ac:spMk id="14" creationId="{00000000-0000-0000-0000-000000000000}"/>
          </ac:spMkLst>
        </pc:spChg>
        <pc:spChg chg="del">
          <ac:chgData name="Дмитрий Калягин" userId="8eb96c596f1bfe50" providerId="LiveId" clId="{15735A09-5A05-415D-BE42-F792BA8A0AEC}" dt="2026-10-15T06:40:38.856" v="566" actId="478"/>
          <ac:spMkLst>
            <pc:docMk/>
            <pc:sldMk cId="0" sldId="267"/>
            <ac:spMk id="15" creationId="{00000000-0000-0000-0000-000000000000}"/>
          </ac:spMkLst>
        </pc:spChg>
        <pc:spChg chg="mod">
          <ac:chgData name="Дмитрий Калягин" userId="8eb96c596f1bfe50" providerId="LiveId" clId="{15735A09-5A05-415D-BE42-F792BA8A0AEC}" dt="2026-10-15T06:41:02.508" v="569" actId="14100"/>
          <ac:spMkLst>
            <pc:docMk/>
            <pc:sldMk cId="0" sldId="267"/>
            <ac:spMk id="16" creationId="{00000000-0000-0000-0000-000000000000}"/>
          </ac:spMkLst>
        </pc:spChg>
        <pc:spChg chg="del">
          <ac:chgData name="Дмитрий Калягин" userId="8eb96c596f1bfe50" providerId="LiveId" clId="{15735A09-5A05-415D-BE42-F792BA8A0AEC}" dt="2026-10-15T06:34:41.604" v="557" actId="478"/>
          <ac:spMkLst>
            <pc:docMk/>
            <pc:sldMk cId="0" sldId="267"/>
            <ac:spMk id="17" creationId="{00000000-0000-0000-0000-000000000000}"/>
          </ac:spMkLst>
        </pc:spChg>
        <pc:spChg chg="del">
          <ac:chgData name="Дмитрий Калягин" userId="8eb96c596f1bfe50" providerId="LiveId" clId="{15735A09-5A05-415D-BE42-F792BA8A0AEC}" dt="2026-10-15T06:34:44.422" v="558" actId="478"/>
          <ac:spMkLst>
            <pc:docMk/>
            <pc:sldMk cId="0" sldId="267"/>
            <ac:spMk id="18" creationId="{00000000-0000-0000-0000-000000000000}"/>
          </ac:spMkLst>
        </pc:spChg>
        <pc:picChg chg="add del mod">
          <ac:chgData name="Дмитрий Калягин" userId="8eb96c596f1bfe50" providerId="LiveId" clId="{15735A09-5A05-415D-BE42-F792BA8A0AEC}" dt="2026-10-15T06:35:22.956" v="563" actId="478"/>
          <ac:picMkLst>
            <pc:docMk/>
            <pc:sldMk cId="0" sldId="267"/>
            <ac:picMk id="7" creationId="{2CB40411-7D13-5C6A-90CF-482243CB712B}"/>
          </ac:picMkLst>
        </pc:picChg>
        <pc:picChg chg="add mod">
          <ac:chgData name="Дмитрий Калягин" userId="8eb96c596f1bfe50" providerId="LiveId" clId="{15735A09-5A05-415D-BE42-F792BA8A0AEC}" dt="2026-10-15T06:40:58.407" v="568" actId="1076"/>
          <ac:picMkLst>
            <pc:docMk/>
            <pc:sldMk cId="0" sldId="267"/>
            <ac:picMk id="9" creationId="{A9999694-3960-7FDB-C36F-323A80EF5E58}"/>
          </ac:picMkLst>
        </pc:picChg>
      </pc:sldChg>
      <pc:sldChg chg="del">
        <pc:chgData name="Дмитрий Калягин" userId="8eb96c596f1bfe50" providerId="LiveId" clId="{15735A09-5A05-415D-BE42-F792BA8A0AEC}" dt="2026-10-15T06:45:09.340" v="614" actId="47"/>
        <pc:sldMkLst>
          <pc:docMk/>
          <pc:sldMk cId="0" sldId="268"/>
        </pc:sldMkLst>
      </pc:sldChg>
      <pc:sldChg chg="addSp delSp modSp mod">
        <pc:chgData name="Дмитрий Калягин" userId="8eb96c596f1bfe50" providerId="LiveId" clId="{15735A09-5A05-415D-BE42-F792BA8A0AEC}" dt="2026-10-15T07:11:06.156" v="875" actId="14100"/>
        <pc:sldMkLst>
          <pc:docMk/>
          <pc:sldMk cId="0" sldId="269"/>
        </pc:sldMkLst>
        <pc:spChg chg="mod">
          <ac:chgData name="Дмитрий Калягин" userId="8eb96c596f1bfe50" providerId="LiveId" clId="{15735A09-5A05-415D-BE42-F792BA8A0AEC}" dt="2026-10-15T07:06:56.867" v="796" actId="1035"/>
          <ac:spMkLst>
            <pc:docMk/>
            <pc:sldMk cId="0" sldId="269"/>
            <ac:spMk id="2" creationId="{00000000-0000-0000-0000-000000000000}"/>
          </ac:spMkLst>
        </pc:spChg>
        <pc:spChg chg="mod">
          <ac:chgData name="Дмитрий Калягин" userId="8eb96c596f1bfe50" providerId="LiveId" clId="{15735A09-5A05-415D-BE42-F792BA8A0AEC}" dt="2026-10-15T07:06:56.867" v="796" actId="1035"/>
          <ac:spMkLst>
            <pc:docMk/>
            <pc:sldMk cId="0" sldId="269"/>
            <ac:spMk id="3" creationId="{00000000-0000-0000-0000-000000000000}"/>
          </ac:spMkLst>
        </pc:spChg>
        <pc:spChg chg="add mod">
          <ac:chgData name="Дмитрий Калягин" userId="8eb96c596f1bfe50" providerId="LiveId" clId="{15735A09-5A05-415D-BE42-F792BA8A0AEC}" dt="2026-10-15T07:10:53.711" v="872" actId="14100"/>
          <ac:spMkLst>
            <pc:docMk/>
            <pc:sldMk cId="0" sldId="269"/>
            <ac:spMk id="9" creationId="{0D7FE81F-3A55-2421-83E6-E6C2736B3B38}"/>
          </ac:spMkLst>
        </pc:spChg>
        <pc:spChg chg="del">
          <ac:chgData name="Дмитрий Калягин" userId="8eb96c596f1bfe50" providerId="LiveId" clId="{15735A09-5A05-415D-BE42-F792BA8A0AEC}" dt="2026-10-15T06:45:58.151" v="617" actId="478"/>
          <ac:spMkLst>
            <pc:docMk/>
            <pc:sldMk cId="0" sldId="269"/>
            <ac:spMk id="14" creationId="{00000000-0000-0000-0000-000000000000}"/>
          </ac:spMkLst>
        </pc:spChg>
        <pc:spChg chg="del mod">
          <ac:chgData name="Дмитрий Калягин" userId="8eb96c596f1bfe50" providerId="LiveId" clId="{15735A09-5A05-415D-BE42-F792BA8A0AEC}" dt="2026-10-15T06:56:50.876" v="620" actId="478"/>
          <ac:spMkLst>
            <pc:docMk/>
            <pc:sldMk cId="0" sldId="269"/>
            <ac:spMk id="15" creationId="{00000000-0000-0000-0000-000000000000}"/>
          </ac:spMkLst>
        </pc:spChg>
        <pc:spChg chg="mod">
          <ac:chgData name="Дмитрий Калягин" userId="8eb96c596f1bfe50" providerId="LiveId" clId="{15735A09-5A05-415D-BE42-F792BA8A0AEC}" dt="2026-10-15T07:11:06.156" v="875" actId="14100"/>
          <ac:spMkLst>
            <pc:docMk/>
            <pc:sldMk cId="0" sldId="269"/>
            <ac:spMk id="16" creationId="{00000000-0000-0000-0000-000000000000}"/>
          </ac:spMkLst>
        </pc:spChg>
        <pc:spChg chg="mod">
          <ac:chgData name="Дмитрий Калягин" userId="8eb96c596f1bfe50" providerId="LiveId" clId="{15735A09-5A05-415D-BE42-F792BA8A0AEC}" dt="2026-10-15T07:11:03.890" v="874" actId="14100"/>
          <ac:spMkLst>
            <pc:docMk/>
            <pc:sldMk cId="0" sldId="269"/>
            <ac:spMk id="17" creationId="{00000000-0000-0000-0000-000000000000}"/>
          </ac:spMkLst>
        </pc:spChg>
        <pc:picChg chg="add del mod">
          <ac:chgData name="Дмитрий Калягин" userId="8eb96c596f1bfe50" providerId="LiveId" clId="{15735A09-5A05-415D-BE42-F792BA8A0AEC}" dt="2026-10-15T06:56:56.153" v="623" actId="478"/>
          <ac:picMkLst>
            <pc:docMk/>
            <pc:sldMk cId="0" sldId="269"/>
            <ac:picMk id="5" creationId="{C47EF466-66C1-9544-1B7F-89717B99A593}"/>
          </ac:picMkLst>
        </pc:picChg>
        <pc:picChg chg="add mod">
          <ac:chgData name="Дмитрий Калягин" userId="8eb96c596f1bfe50" providerId="LiveId" clId="{15735A09-5A05-415D-BE42-F792BA8A0AEC}" dt="2026-10-15T07:07:04.643" v="846" actId="1035"/>
          <ac:picMkLst>
            <pc:docMk/>
            <pc:sldMk cId="0" sldId="269"/>
            <ac:picMk id="7" creationId="{F8AF5A2D-E5AA-F171-9F02-753020B4F83F}"/>
          </ac:picMkLst>
        </pc:picChg>
      </pc:sldChg>
      <pc:sldChg chg="add del">
        <pc:chgData name="Дмитрий Калягин" userId="8eb96c596f1bfe50" providerId="LiveId" clId="{15735A09-5A05-415D-BE42-F792BA8A0AEC}" dt="2026-10-15T07:13:11.725" v="878" actId="47"/>
        <pc:sldMkLst>
          <pc:docMk/>
          <pc:sldMk cId="0" sldId="270"/>
        </pc:sldMkLst>
      </pc:sldChg>
      <pc:sldChg chg="addSp delSp modSp mod">
        <pc:chgData name="Дмитрий Калягин" userId="8eb96c596f1bfe50" providerId="LiveId" clId="{15735A09-5A05-415D-BE42-F792BA8A0AEC}" dt="2026-10-15T07:43:54.415" v="1223" actId="1036"/>
        <pc:sldMkLst>
          <pc:docMk/>
          <pc:sldMk cId="0" sldId="271"/>
        </pc:sldMkLst>
        <pc:spChg chg="mod">
          <ac:chgData name="Дмитрий Калягин" userId="8eb96c596f1bfe50" providerId="LiveId" clId="{15735A09-5A05-415D-BE42-F792BA8A0AEC}" dt="2026-10-15T07:43:54.415" v="1223" actId="1036"/>
          <ac:spMkLst>
            <pc:docMk/>
            <pc:sldMk cId="0" sldId="271"/>
            <ac:spMk id="4" creationId="{00000000-0000-0000-0000-000000000000}"/>
          </ac:spMkLst>
        </pc:spChg>
        <pc:spChg chg="del">
          <ac:chgData name="Дмитрий Калягин" userId="8eb96c596f1bfe50" providerId="LiveId" clId="{15735A09-5A05-415D-BE42-F792BA8A0AEC}" dt="2026-10-15T07:39:39.668" v="1090" actId="478"/>
          <ac:spMkLst>
            <pc:docMk/>
            <pc:sldMk cId="0" sldId="271"/>
            <ac:spMk id="5" creationId="{00000000-0000-0000-0000-000000000000}"/>
          </ac:spMkLst>
        </pc:spChg>
        <pc:spChg chg="del">
          <ac:chgData name="Дмитрий Калягин" userId="8eb96c596f1bfe50" providerId="LiveId" clId="{15735A09-5A05-415D-BE42-F792BA8A0AEC}" dt="2026-10-15T07:39:40.875" v="1091" actId="478"/>
          <ac:spMkLst>
            <pc:docMk/>
            <pc:sldMk cId="0" sldId="271"/>
            <ac:spMk id="6" creationId="{00000000-0000-0000-0000-000000000000}"/>
          </ac:spMkLst>
        </pc:spChg>
        <pc:spChg chg="del">
          <ac:chgData name="Дмитрий Калягин" userId="8eb96c596f1bfe50" providerId="LiveId" clId="{15735A09-5A05-415D-BE42-F792BA8A0AEC}" dt="2026-10-15T07:39:57.233" v="1100" actId="478"/>
          <ac:spMkLst>
            <pc:docMk/>
            <pc:sldMk cId="0" sldId="271"/>
            <ac:spMk id="7" creationId="{00000000-0000-0000-0000-000000000000}"/>
          </ac:spMkLst>
        </pc:spChg>
        <pc:spChg chg="del">
          <ac:chgData name="Дмитрий Калягин" userId="8eb96c596f1bfe50" providerId="LiveId" clId="{15735A09-5A05-415D-BE42-F792BA8A0AEC}" dt="2026-10-15T07:39:49.663" v="1094" actId="478"/>
          <ac:spMkLst>
            <pc:docMk/>
            <pc:sldMk cId="0" sldId="271"/>
            <ac:spMk id="8" creationId="{00000000-0000-0000-0000-000000000000}"/>
          </ac:spMkLst>
        </pc:spChg>
        <pc:spChg chg="del">
          <ac:chgData name="Дмитрий Калягин" userId="8eb96c596f1bfe50" providerId="LiveId" clId="{15735A09-5A05-415D-BE42-F792BA8A0AEC}" dt="2026-10-15T07:39:52.015" v="1096" actId="478"/>
          <ac:spMkLst>
            <pc:docMk/>
            <pc:sldMk cId="0" sldId="271"/>
            <ac:spMk id="9" creationId="{00000000-0000-0000-0000-000000000000}"/>
          </ac:spMkLst>
        </pc:spChg>
        <pc:spChg chg="del">
          <ac:chgData name="Дмитрий Калягин" userId="8eb96c596f1bfe50" providerId="LiveId" clId="{15735A09-5A05-415D-BE42-F792BA8A0AEC}" dt="2026-10-15T07:39:54.066" v="1097" actId="478"/>
          <ac:spMkLst>
            <pc:docMk/>
            <pc:sldMk cId="0" sldId="271"/>
            <ac:spMk id="10" creationId="{00000000-0000-0000-0000-000000000000}"/>
          </ac:spMkLst>
        </pc:spChg>
        <pc:spChg chg="del">
          <ac:chgData name="Дмитрий Калягин" userId="8eb96c596f1bfe50" providerId="LiveId" clId="{15735A09-5A05-415D-BE42-F792BA8A0AEC}" dt="2026-10-15T07:39:56.132" v="1099" actId="478"/>
          <ac:spMkLst>
            <pc:docMk/>
            <pc:sldMk cId="0" sldId="271"/>
            <ac:spMk id="11" creationId="{00000000-0000-0000-0000-000000000000}"/>
          </ac:spMkLst>
        </pc:spChg>
        <pc:spChg chg="mod">
          <ac:chgData name="Дмитрий Калягин" userId="8eb96c596f1bfe50" providerId="LiveId" clId="{15735A09-5A05-415D-BE42-F792BA8A0AEC}" dt="2026-10-15T07:43:54.415" v="1223" actId="1036"/>
          <ac:spMkLst>
            <pc:docMk/>
            <pc:sldMk cId="0" sldId="271"/>
            <ac:spMk id="12" creationId="{00000000-0000-0000-0000-000000000000}"/>
          </ac:spMkLst>
        </pc:spChg>
        <pc:spChg chg="del">
          <ac:chgData name="Дмитрий Калягин" userId="8eb96c596f1bfe50" providerId="LiveId" clId="{15735A09-5A05-415D-BE42-F792BA8A0AEC}" dt="2026-10-15T07:39:50.836" v="1095" actId="478"/>
          <ac:spMkLst>
            <pc:docMk/>
            <pc:sldMk cId="0" sldId="271"/>
            <ac:spMk id="13" creationId="{00000000-0000-0000-0000-000000000000}"/>
          </ac:spMkLst>
        </pc:spChg>
        <pc:spChg chg="del">
          <ac:chgData name="Дмитрий Калягин" userId="8eb96c596f1bfe50" providerId="LiveId" clId="{15735A09-5A05-415D-BE42-F792BA8A0AEC}" dt="2026-10-15T07:39:55.062" v="1098" actId="478"/>
          <ac:spMkLst>
            <pc:docMk/>
            <pc:sldMk cId="0" sldId="271"/>
            <ac:spMk id="14" creationId="{00000000-0000-0000-0000-000000000000}"/>
          </ac:spMkLst>
        </pc:spChg>
        <pc:spChg chg="add mod">
          <ac:chgData name="Дмитрий Калягин" userId="8eb96c596f1bfe50" providerId="LiveId" clId="{15735A09-5A05-415D-BE42-F792BA8A0AEC}" dt="2026-10-15T07:43:54.415" v="1223" actId="1036"/>
          <ac:spMkLst>
            <pc:docMk/>
            <pc:sldMk cId="0" sldId="271"/>
            <ac:spMk id="16" creationId="{ADF2AB0F-2C6E-C1EE-8DF4-9A862191B590}"/>
          </ac:spMkLst>
        </pc:spChg>
        <pc:spChg chg="add mod">
          <ac:chgData name="Дмитрий Калягин" userId="8eb96c596f1bfe50" providerId="LiveId" clId="{15735A09-5A05-415D-BE42-F792BA8A0AEC}" dt="2026-10-15T07:43:54.415" v="1223" actId="1036"/>
          <ac:spMkLst>
            <pc:docMk/>
            <pc:sldMk cId="0" sldId="271"/>
            <ac:spMk id="18" creationId="{DF183F6A-EEB3-064E-FCED-5A14DE5C9EA2}"/>
          </ac:spMkLst>
        </pc:spChg>
        <pc:spChg chg="add mod">
          <ac:chgData name="Дмитрий Калягин" userId="8eb96c596f1bfe50" providerId="LiveId" clId="{15735A09-5A05-415D-BE42-F792BA8A0AEC}" dt="2026-10-15T07:43:54.415" v="1223" actId="1036"/>
          <ac:spMkLst>
            <pc:docMk/>
            <pc:sldMk cId="0" sldId="271"/>
            <ac:spMk id="20" creationId="{300344AA-C335-6060-543A-A141304D22ED}"/>
          </ac:spMkLst>
        </pc:spChg>
        <pc:spChg chg="add mod">
          <ac:chgData name="Дмитрий Калягин" userId="8eb96c596f1bfe50" providerId="LiveId" clId="{15735A09-5A05-415D-BE42-F792BA8A0AEC}" dt="2026-10-15T07:43:54.415" v="1223" actId="1036"/>
          <ac:spMkLst>
            <pc:docMk/>
            <pc:sldMk cId="0" sldId="271"/>
            <ac:spMk id="22" creationId="{4C1694D6-98F0-279A-C047-07DA170B29C4}"/>
          </ac:spMkLst>
        </pc:spChg>
        <pc:picChg chg="add mod">
          <ac:chgData name="Дмитрий Калягин" userId="8eb96c596f1bfe50" providerId="LiveId" clId="{15735A09-5A05-415D-BE42-F792BA8A0AEC}" dt="2026-10-15T07:43:54.415" v="1223" actId="1036"/>
          <ac:picMkLst>
            <pc:docMk/>
            <pc:sldMk cId="0" sldId="271"/>
            <ac:picMk id="24" creationId="{23DB79A8-AF46-27DC-E70E-3E0B9A39C4EA}"/>
          </ac:picMkLst>
        </pc:picChg>
      </pc:sldChg>
      <pc:sldChg chg="delSp modSp mod">
        <pc:chgData name="Дмитрий Калягин" userId="8eb96c596f1bfe50" providerId="LiveId" clId="{15735A09-5A05-415D-BE42-F792BA8A0AEC}" dt="2026-10-15T07:46:03.576" v="1288" actId="1036"/>
        <pc:sldMkLst>
          <pc:docMk/>
          <pc:sldMk cId="0" sldId="272"/>
        </pc:sldMkLst>
        <pc:spChg chg="mod">
          <ac:chgData name="Дмитрий Калягин" userId="8eb96c596f1bfe50" providerId="LiveId" clId="{15735A09-5A05-415D-BE42-F792BA8A0AEC}" dt="2026-10-15T07:46:03.576" v="1288" actId="1036"/>
          <ac:spMkLst>
            <pc:docMk/>
            <pc:sldMk cId="0" sldId="272"/>
            <ac:spMk id="4" creationId="{00000000-0000-0000-0000-000000000000}"/>
          </ac:spMkLst>
        </pc:spChg>
        <pc:spChg chg="mod">
          <ac:chgData name="Дмитрий Калягин" userId="8eb96c596f1bfe50" providerId="LiveId" clId="{15735A09-5A05-415D-BE42-F792BA8A0AEC}" dt="2026-10-15T07:46:03.576" v="1288" actId="1036"/>
          <ac:spMkLst>
            <pc:docMk/>
            <pc:sldMk cId="0" sldId="272"/>
            <ac:spMk id="5" creationId="{00000000-0000-0000-0000-000000000000}"/>
          </ac:spMkLst>
        </pc:spChg>
        <pc:spChg chg="mod">
          <ac:chgData name="Дмитрий Калягин" userId="8eb96c596f1bfe50" providerId="LiveId" clId="{15735A09-5A05-415D-BE42-F792BA8A0AEC}" dt="2026-10-15T07:46:03.576" v="1288" actId="1036"/>
          <ac:spMkLst>
            <pc:docMk/>
            <pc:sldMk cId="0" sldId="272"/>
            <ac:spMk id="6" creationId="{00000000-0000-0000-0000-000000000000}"/>
          </ac:spMkLst>
        </pc:spChg>
        <pc:spChg chg="mod">
          <ac:chgData name="Дмитрий Калягин" userId="8eb96c596f1bfe50" providerId="LiveId" clId="{15735A09-5A05-415D-BE42-F792BA8A0AEC}" dt="2026-10-15T07:46:03.576" v="1288" actId="1036"/>
          <ac:spMkLst>
            <pc:docMk/>
            <pc:sldMk cId="0" sldId="272"/>
            <ac:spMk id="8" creationId="{00000000-0000-0000-0000-000000000000}"/>
          </ac:spMkLst>
        </pc:spChg>
        <pc:spChg chg="mod">
          <ac:chgData name="Дмитрий Калягин" userId="8eb96c596f1bfe50" providerId="LiveId" clId="{15735A09-5A05-415D-BE42-F792BA8A0AEC}" dt="2026-10-15T07:46:03.576" v="1288" actId="1036"/>
          <ac:spMkLst>
            <pc:docMk/>
            <pc:sldMk cId="0" sldId="272"/>
            <ac:spMk id="10" creationId="{00000000-0000-0000-0000-000000000000}"/>
          </ac:spMkLst>
        </pc:spChg>
        <pc:spChg chg="mod">
          <ac:chgData name="Дмитрий Калягин" userId="8eb96c596f1bfe50" providerId="LiveId" clId="{15735A09-5A05-415D-BE42-F792BA8A0AEC}" dt="2026-10-15T07:46:03.576" v="1288" actId="1036"/>
          <ac:spMkLst>
            <pc:docMk/>
            <pc:sldMk cId="0" sldId="272"/>
            <ac:spMk id="12" creationId="{00000000-0000-0000-0000-000000000000}"/>
          </ac:spMkLst>
        </pc:spChg>
        <pc:spChg chg="mod">
          <ac:chgData name="Дмитрий Калягин" userId="8eb96c596f1bfe50" providerId="LiveId" clId="{15735A09-5A05-415D-BE42-F792BA8A0AEC}" dt="2026-10-15T07:44:51.872" v="1235" actId="20577"/>
          <ac:spMkLst>
            <pc:docMk/>
            <pc:sldMk cId="0" sldId="272"/>
            <ac:spMk id="14" creationId="{00000000-0000-0000-0000-000000000000}"/>
          </ac:spMkLst>
        </pc:spChg>
        <pc:spChg chg="mod">
          <ac:chgData name="Дмитрий Калягин" userId="8eb96c596f1bfe50" providerId="LiveId" clId="{15735A09-5A05-415D-BE42-F792BA8A0AEC}" dt="2026-10-15T07:46:03.576" v="1288" actId="1036"/>
          <ac:spMkLst>
            <pc:docMk/>
            <pc:sldMk cId="0" sldId="272"/>
            <ac:spMk id="15" creationId="{00000000-0000-0000-0000-000000000000}"/>
          </ac:spMkLst>
        </pc:spChg>
        <pc:spChg chg="mod">
          <ac:chgData name="Дмитрий Калягин" userId="8eb96c596f1bfe50" providerId="LiveId" clId="{15735A09-5A05-415D-BE42-F792BA8A0AEC}" dt="2026-10-15T07:46:03.576" v="1288" actId="1036"/>
          <ac:spMkLst>
            <pc:docMk/>
            <pc:sldMk cId="0" sldId="272"/>
            <ac:spMk id="16" creationId="{00000000-0000-0000-0000-000000000000}"/>
          </ac:spMkLst>
        </pc:spChg>
        <pc:spChg chg="mod">
          <ac:chgData name="Дмитрий Калягин" userId="8eb96c596f1bfe50" providerId="LiveId" clId="{15735A09-5A05-415D-BE42-F792BA8A0AEC}" dt="2026-10-15T07:46:03.576" v="1288" actId="1036"/>
          <ac:spMkLst>
            <pc:docMk/>
            <pc:sldMk cId="0" sldId="272"/>
            <ac:spMk id="18" creationId="{00000000-0000-0000-0000-000000000000}"/>
          </ac:spMkLst>
        </pc:spChg>
        <pc:spChg chg="mod">
          <ac:chgData name="Дмитрий Калягин" userId="8eb96c596f1bfe50" providerId="LiveId" clId="{15735A09-5A05-415D-BE42-F792BA8A0AEC}" dt="2026-10-15T07:46:03.576" v="1288" actId="1036"/>
          <ac:spMkLst>
            <pc:docMk/>
            <pc:sldMk cId="0" sldId="272"/>
            <ac:spMk id="19" creationId="{00000000-0000-0000-0000-000000000000}"/>
          </ac:spMkLst>
        </pc:spChg>
        <pc:spChg chg="del">
          <ac:chgData name="Дмитрий Калягин" userId="8eb96c596f1bfe50" providerId="LiveId" clId="{15735A09-5A05-415D-BE42-F792BA8A0AEC}" dt="2026-10-15T07:44:13.349" v="1224" actId="478"/>
          <ac:spMkLst>
            <pc:docMk/>
            <pc:sldMk cId="0" sldId="272"/>
            <ac:spMk id="20" creationId="{00000000-0000-0000-0000-000000000000}"/>
          </ac:spMkLst>
        </pc:spChg>
        <pc:spChg chg="del">
          <ac:chgData name="Дмитрий Калягин" userId="8eb96c596f1bfe50" providerId="LiveId" clId="{15735A09-5A05-415D-BE42-F792BA8A0AEC}" dt="2026-10-15T07:45:15.199" v="1236" actId="478"/>
          <ac:spMkLst>
            <pc:docMk/>
            <pc:sldMk cId="0" sldId="272"/>
            <ac:spMk id="21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3363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Приветствуйте слушателей. Объявите тему: мультиагентные LLM-системы показывают отличные результаты, но платят за это колоссальным числом токенов. Сегодня разберём метод AgentPrune, который решает эту проблему элегантно и без дообучения самих моделей.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Подчеркните дилемму: кооперация даёт прирост точности, но стоимость инференса и время отклика взлетают на порядок. Статья ставит фундаментальный вопрос: нужен ли полносвязный диалог?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Поясните математическую строгость: вместо неформального чата агентов мы получаем математический объект — граф с двумя типами рёбер. Теперь задачу оптимизации можно решать алгоритмически.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Объясните ключевую концепцию статьи: коммуникация делится на синхронную (spatial, кто кого слышит прямо сейчас) и диахронную (temporal, память между раундами размышления).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Обратите внимание аудитории на график: при удалении до 20% связей результат выше, чем у исходного полносвязного графа! Значит, в системе есть объективный информационный мусор.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Поясните процедуру сэмплирования: маски задают вероятности Бернулли. А если случайность создала цикл, алгоритм DFS быстро его разрывает, гарантируя валидный DAG.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Подытожьте техническую элегантность: через черные ящики LLM нельзя пропустить градиент, но с помощью классического RL (REINFORCE) мы обучаем топологию по внешнему реварду быстро и эффективно.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E6ED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8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E6ED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D3E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svg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 1"/>
          <p:cNvSpPr/>
          <p:nvPr/>
        </p:nvSpPr>
        <p:spPr>
          <a:xfrm>
            <a:off x="838179" y="1124585"/>
            <a:ext cx="721342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chemeClr val="tx1">
                    <a:lumMod val="50000"/>
                    <a:lumOff val="50000"/>
                  </a:schemeClr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ARXIV 2410.02506 · MAS SEMINAR</a:t>
            </a:r>
            <a:endParaRPr lang="en-US" sz="11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838179" y="1409660"/>
            <a:ext cx="6603835" cy="2742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4000" kern="100" spc="-40" dirty="0">
                <a:solidFill>
                  <a:schemeClr val="tx1">
                    <a:lumMod val="75000"/>
                    <a:lumOff val="25000"/>
                  </a:schemeClr>
                </a:solidFill>
                <a:latin typeface="Russo One" panose="020B0604020202020204" charset="0"/>
                <a:ea typeface="Russo One" pitchFamily="34" charset="-122"/>
                <a:cs typeface="Russo One" pitchFamily="34" charset="-120"/>
              </a:rPr>
              <a:t>Cut the Crap: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Russo One" panose="020B0604020202020204" charset="0"/>
            </a:endParaRPr>
          </a:p>
          <a:p>
            <a:pPr marL="0" indent="0" algn="l">
              <a:lnSpc>
                <a:spcPct val="90000"/>
              </a:lnSpc>
              <a:buNone/>
            </a:pPr>
            <a:r>
              <a:rPr lang="en-US" sz="4000" kern="100" spc="-40" dirty="0">
                <a:solidFill>
                  <a:schemeClr val="tx1">
                    <a:lumMod val="75000"/>
                    <a:lumOff val="25000"/>
                  </a:schemeClr>
                </a:solidFill>
                <a:latin typeface="Russo One" panose="020B0604020202020204" charset="0"/>
                <a:ea typeface="Russo One" pitchFamily="34" charset="-122"/>
                <a:cs typeface="Russo One" pitchFamily="34" charset="-120"/>
              </a:rPr>
              <a:t>экономичная коммуникация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Russo One" panose="020B0604020202020204" charset="0"/>
            </a:endParaRPr>
          </a:p>
          <a:p>
            <a:pPr marL="0" indent="0" algn="l">
              <a:lnSpc>
                <a:spcPct val="90000"/>
              </a:lnSpc>
              <a:buNone/>
            </a:pPr>
            <a:r>
              <a:rPr lang="en-US" sz="4000" kern="100" spc="-40" dirty="0">
                <a:solidFill>
                  <a:schemeClr val="tx1">
                    <a:lumMod val="75000"/>
                    <a:lumOff val="25000"/>
                  </a:schemeClr>
                </a:solidFill>
                <a:latin typeface="Russo One" panose="020B0604020202020204" charset="0"/>
                <a:ea typeface="Russo One" pitchFamily="34" charset="-122"/>
                <a:cs typeface="Russo One" pitchFamily="34" charset="-120"/>
              </a:rPr>
              <a:t>в мультиагентных LLM-системах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Russo One" panose="020B060402020202020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38179" y="4346873"/>
            <a:ext cx="6603835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Как сократить избыточный обмен сообщениями между LLM-агентами без потери качества решения задач.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765156" y="5975985"/>
            <a:ext cx="6216494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162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Разбор </a:t>
            </a:r>
            <a:r>
              <a:rPr lang="en-US" sz="1100" kern="100" spc="132" dirty="0" err="1">
                <a:solidFill>
                  <a:srgbClr val="162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статьи</a:t>
            </a:r>
            <a:r>
              <a:rPr lang="en-US" sz="1100" kern="100" spc="132" dirty="0">
                <a:solidFill>
                  <a:srgbClr val="162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r>
              <a:rPr lang="en-US" sz="1100" kern="100" spc="132" dirty="0" err="1">
                <a:solidFill>
                  <a:srgbClr val="1628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AgentPrune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45234"/>
            <a:ext cx="6299042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4D5D6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ПРОБЛЕМА ИЗБЫТОЧНЫХ КОММУНИКАЦИЙ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721166"/>
            <a:ext cx="5689458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600" kern="100" spc="-26" dirty="0">
                <a:solidFill>
                  <a:srgbClr val="14243A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Агенты сильнее вместе,
но сообщения стоят дорого</a:t>
            </a:r>
            <a:endParaRPr lang="en-US" sz="2600" dirty="0"/>
          </a:p>
          <a:p>
            <a:pPr marL="0" indent="0" algn="l">
              <a:lnSpc>
                <a:spcPct val="90000"/>
              </a:lnSpc>
              <a:buNone/>
            </a:pPr>
            <a:endParaRPr lang="en-US" sz="2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988307"/>
            <a:ext cx="431789" cy="431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27077" y="2108957"/>
            <a:ext cx="72388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14243A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193770" y="1999737"/>
            <a:ext cx="5105272" cy="29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4243A"/>
                </a:solidFill>
                <a:latin typeface="Mulish SemiBold" pitchFamily="34" charset="0"/>
                <a:ea typeface="Mulish SemiBold" pitchFamily="34" charset="-122"/>
                <a:cs typeface="Mulish SemiBold" pitchFamily="34" charset="-120"/>
              </a:rPr>
              <a:t>Преимущества кооперации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193769" y="2443741"/>
            <a:ext cx="9891173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Специализация ролей, взаимная проверка и обсуждение могут повышать качество коллективного решения.</a:t>
            </a:r>
            <a:endParaRPr lang="en-US" sz="17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5" y="3331270"/>
            <a:ext cx="431789" cy="4318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27077" y="3451920"/>
            <a:ext cx="72388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14243A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193770" y="3342700"/>
            <a:ext cx="5105272" cy="29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4243A"/>
                </a:solidFill>
                <a:latin typeface="Mulish SemiBold" pitchFamily="34" charset="0"/>
                <a:ea typeface="Mulish SemiBold" pitchFamily="34" charset="-122"/>
                <a:cs typeface="Mulish SemiBold" pitchFamily="34" charset="-120"/>
              </a:rPr>
              <a:t>Стоимость взаимодействия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193770" y="3786703"/>
            <a:ext cx="9891172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Плотные коммуникационные графы увеличивают контекст агентов. В статье затраты достигают 2–11,8× относительно Chain.</a:t>
            </a:r>
            <a:endParaRPr lang="en-US" sz="17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85" y="4734615"/>
            <a:ext cx="431789" cy="4318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27077" y="4855265"/>
            <a:ext cx="72388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14243A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193770" y="4746045"/>
            <a:ext cx="5105272" cy="29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4243A"/>
                </a:solidFill>
                <a:latin typeface="Mulish SemiBold" pitchFamily="34" charset="0"/>
                <a:ea typeface="Mulish SemiBold" pitchFamily="34" charset="-122"/>
                <a:cs typeface="Mulish SemiBold" pitchFamily="34" charset="-120"/>
              </a:rPr>
              <a:t>Исследовательский вопрос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193770" y="5190049"/>
            <a:ext cx="9891172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Можно ли удалить часть каналов между агентами, сохранив качество и сократив число входных токенов?</a:t>
            </a:r>
            <a:endParaRPr lang="en-US" sz="170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970E7F9E-953C-6E4F-B1FD-5A53C1903E32}"/>
              </a:ext>
            </a:extLst>
          </p:cNvPr>
          <p:cNvSpPr/>
          <p:nvPr/>
        </p:nvSpPr>
        <p:spPr>
          <a:xfrm>
            <a:off x="10998679" y="6512943"/>
            <a:ext cx="1193321" cy="345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11582110" cy="181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4D5D6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ФОРМАЛИЗАЦИЯ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92516"/>
            <a:ext cx="10972526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600" kern="100" spc="-26" dirty="0">
                <a:solidFill>
                  <a:srgbClr val="14243A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Система как пространственно-временной граф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09585" y="1452562"/>
            <a:ext cx="10527117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0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Мультиагентная архитектура формализуется как единый </a:t>
            </a:r>
            <a:r>
              <a:rPr lang="en-US" sz="2000" dirty="0" err="1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ориентированный</a:t>
            </a:r>
            <a:r>
              <a:rPr lang="en-US" sz="20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 </a:t>
            </a:r>
            <a:r>
              <a:rPr lang="en-US" sz="2000" dirty="0" err="1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граф</a:t>
            </a:r>
            <a:r>
              <a:rPr lang="en-US" sz="20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 </a:t>
            </a:r>
            <a:r>
              <a:rPr lang="en-US" sz="2000" b="1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G=(V, E)</a:t>
            </a:r>
            <a:endParaRPr lang="en-US" sz="2000" b="1" dirty="0"/>
          </a:p>
        </p:txBody>
      </p:sp>
      <p:sp>
        <p:nvSpPr>
          <p:cNvPr id="6" name="Shape 3"/>
          <p:cNvSpPr/>
          <p:nvPr/>
        </p:nvSpPr>
        <p:spPr>
          <a:xfrm>
            <a:off x="609585" y="2855119"/>
            <a:ext cx="3454314" cy="38100"/>
          </a:xfrm>
          <a:prstGeom prst="rect">
            <a:avLst/>
          </a:prstGeom>
          <a:solidFill>
            <a:srgbClr val="B23A1C"/>
          </a:solidFill>
          <a:ln/>
        </p:spPr>
      </p:sp>
      <p:sp>
        <p:nvSpPr>
          <p:cNvPr id="7" name="Text 4"/>
          <p:cNvSpPr/>
          <p:nvPr/>
        </p:nvSpPr>
        <p:spPr>
          <a:xfrm>
            <a:off x="609585" y="3150203"/>
            <a:ext cx="3225719" cy="362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800" kern="100" spc="-84" dirty="0">
                <a:solidFill>
                  <a:srgbClr val="B0391C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V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609585" y="3622893"/>
            <a:ext cx="3225719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4243A"/>
                </a:solidFill>
                <a:latin typeface="Mulish SemiBold" pitchFamily="34" charset="0"/>
                <a:ea typeface="Mulish SemiBold" pitchFamily="34" charset="-122"/>
                <a:cs typeface="Mulish SemiBold" pitchFamily="34" charset="-120"/>
              </a:rPr>
              <a:t>Вершины (Агенты)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09585" y="4066580"/>
            <a:ext cx="3225719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 err="1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Каждый</a:t>
            </a:r>
            <a:r>
              <a:rPr lang="en-US" sz="15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 </a:t>
            </a:r>
            <a:r>
              <a:rPr lang="en-US" sz="1500" dirty="0" err="1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агент</a:t>
            </a:r>
            <a:r>
              <a:rPr lang="en-US" sz="15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 v</a:t>
            </a:r>
            <a:r>
              <a:rPr lang="en-US" sz="1500" baseline="-250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i</a:t>
            </a:r>
            <a:r>
              <a:rPr lang="en-US" sz="15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 </a:t>
            </a:r>
            <a:r>
              <a:rPr lang="en-US" sz="1500" dirty="0" err="1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задан</a:t>
            </a:r>
            <a:r>
              <a:rPr lang="en-US" sz="15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 кортежем: </a:t>
            </a:r>
            <a:r>
              <a:rPr lang="en-US" sz="1500" dirty="0" err="1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базовая</a:t>
            </a:r>
            <a:r>
              <a:rPr lang="en-US" sz="15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 </a:t>
            </a:r>
            <a:r>
              <a:rPr lang="en-US" sz="1500" dirty="0" err="1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модель</a:t>
            </a:r>
            <a:r>
              <a:rPr lang="en-US" sz="15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, </a:t>
            </a:r>
            <a:r>
              <a:rPr lang="en-US" sz="1500" dirty="0" err="1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системная</a:t>
            </a:r>
            <a:r>
              <a:rPr lang="en-US" sz="15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 </a:t>
            </a:r>
            <a:r>
              <a:rPr lang="en-US" sz="1500" dirty="0" err="1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роль</a:t>
            </a:r>
            <a:r>
              <a:rPr lang="en-US" sz="15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, память/состояние и доступные инструменты.</a:t>
            </a:r>
            <a:endParaRPr lang="en-US" sz="1500" dirty="0"/>
          </a:p>
        </p:txBody>
      </p:sp>
      <p:sp>
        <p:nvSpPr>
          <p:cNvPr id="13" name="Shape 7"/>
          <p:cNvSpPr/>
          <p:nvPr/>
        </p:nvSpPr>
        <p:spPr>
          <a:xfrm>
            <a:off x="4368691" y="2855119"/>
            <a:ext cx="3454314" cy="38100"/>
          </a:xfrm>
          <a:prstGeom prst="rect">
            <a:avLst/>
          </a:prstGeom>
          <a:solidFill>
            <a:srgbClr val="B23A1C"/>
          </a:solidFill>
          <a:ln/>
        </p:spPr>
      </p:sp>
      <p:sp>
        <p:nvSpPr>
          <p:cNvPr id="14" name="Text 8"/>
          <p:cNvSpPr/>
          <p:nvPr/>
        </p:nvSpPr>
        <p:spPr>
          <a:xfrm>
            <a:off x="4368691" y="3150203"/>
            <a:ext cx="3225719" cy="362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800" kern="100" spc="-84" dirty="0">
                <a:solidFill>
                  <a:srgbClr val="B0391C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E</a:t>
            </a:r>
            <a:r>
              <a:rPr lang="en-US" sz="2800" kern="100" spc="-84" baseline="30000" dirty="0">
                <a:solidFill>
                  <a:srgbClr val="B0391C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S</a:t>
            </a:r>
            <a:endParaRPr lang="en-US" sz="2800" baseline="30000" dirty="0"/>
          </a:p>
        </p:txBody>
      </p:sp>
      <p:sp>
        <p:nvSpPr>
          <p:cNvPr id="15" name="Text 9"/>
          <p:cNvSpPr/>
          <p:nvPr/>
        </p:nvSpPr>
        <p:spPr>
          <a:xfrm>
            <a:off x="4368691" y="3622893"/>
            <a:ext cx="3225719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4243A"/>
                </a:solidFill>
                <a:latin typeface="Mulish SemiBold" pitchFamily="34" charset="0"/>
                <a:ea typeface="Mulish SemiBold" pitchFamily="34" charset="-122"/>
                <a:cs typeface="Mulish SemiBold" pitchFamily="34" charset="-120"/>
              </a:rPr>
              <a:t>Spatial-рёбра</a:t>
            </a:r>
            <a:endParaRPr lang="en-US" sz="1800" dirty="0"/>
          </a:p>
        </p:txBody>
      </p:sp>
      <p:sp>
        <p:nvSpPr>
          <p:cNvPr id="16" name="Text 10"/>
          <p:cNvSpPr/>
          <p:nvPr/>
        </p:nvSpPr>
        <p:spPr>
          <a:xfrm>
            <a:off x="4368691" y="4066580"/>
            <a:ext cx="3225719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Коммуникация </a:t>
            </a:r>
            <a:r>
              <a:rPr lang="en-US" sz="1500" dirty="0" err="1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внутри</a:t>
            </a:r>
            <a:r>
              <a:rPr lang="en-US" sz="15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 </a:t>
            </a:r>
            <a:r>
              <a:rPr lang="en-US" sz="1500" dirty="0" err="1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раунда</a:t>
            </a:r>
            <a:r>
              <a:rPr lang="en-US" sz="15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 t. Передают непосредственные ответы коллег текущего шага рассуждений.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8127797" y="2855119"/>
            <a:ext cx="3454314" cy="38100"/>
          </a:xfrm>
          <a:prstGeom prst="rect">
            <a:avLst/>
          </a:prstGeom>
          <a:solidFill>
            <a:srgbClr val="B23A1C"/>
          </a:solidFill>
          <a:ln/>
        </p:spPr>
      </p:sp>
      <p:sp>
        <p:nvSpPr>
          <p:cNvPr id="19" name="Text 12"/>
          <p:cNvSpPr/>
          <p:nvPr/>
        </p:nvSpPr>
        <p:spPr>
          <a:xfrm>
            <a:off x="8127797" y="3150203"/>
            <a:ext cx="3225719" cy="362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800" kern="100" spc="-84" dirty="0">
                <a:solidFill>
                  <a:srgbClr val="B0391C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E</a:t>
            </a:r>
            <a:r>
              <a:rPr lang="en-US" sz="2800" kern="100" spc="-84" baseline="30000" dirty="0">
                <a:solidFill>
                  <a:srgbClr val="B0391C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T</a:t>
            </a:r>
            <a:endParaRPr lang="en-US" sz="2800" baseline="30000" dirty="0"/>
          </a:p>
        </p:txBody>
      </p:sp>
      <p:sp>
        <p:nvSpPr>
          <p:cNvPr id="20" name="Text 13"/>
          <p:cNvSpPr/>
          <p:nvPr/>
        </p:nvSpPr>
        <p:spPr>
          <a:xfrm>
            <a:off x="8127797" y="3622893"/>
            <a:ext cx="3225719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4243A"/>
                </a:solidFill>
                <a:latin typeface="Mulish SemiBold" pitchFamily="34" charset="0"/>
                <a:ea typeface="Mulish SemiBold" pitchFamily="34" charset="-122"/>
                <a:cs typeface="Mulish SemiBold" pitchFamily="34" charset="-120"/>
              </a:rPr>
              <a:t>Temporal-рёбра</a:t>
            </a:r>
            <a:endParaRPr lang="en-US" sz="1800" dirty="0"/>
          </a:p>
        </p:txBody>
      </p:sp>
      <p:sp>
        <p:nvSpPr>
          <p:cNvPr id="21" name="Text 14"/>
          <p:cNvSpPr/>
          <p:nvPr/>
        </p:nvSpPr>
        <p:spPr>
          <a:xfrm>
            <a:off x="8127797" y="4066580"/>
            <a:ext cx="3225719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Межраундовые каналы </a:t>
            </a:r>
            <a:r>
              <a:rPr lang="en-US" sz="1500" dirty="0" err="1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из</a:t>
            </a:r>
            <a:r>
              <a:rPr lang="en-US" sz="15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 </a:t>
            </a:r>
            <a:r>
              <a:rPr lang="en-US" sz="1500" dirty="0" err="1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шага</a:t>
            </a:r>
            <a:r>
              <a:rPr lang="en-US" sz="15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 t-1 в </a:t>
            </a:r>
            <a:r>
              <a:rPr lang="en-US" sz="1500" dirty="0" err="1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шаг</a:t>
            </a:r>
            <a:r>
              <a:rPr lang="en-US" sz="15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 t. Передают накопленный опыт и </a:t>
            </a:r>
            <a:r>
              <a:rPr lang="en-US" sz="1500" dirty="0" err="1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предыдущие</a:t>
            </a:r>
            <a:r>
              <a:rPr lang="en-US" sz="15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 </a:t>
            </a:r>
            <a:r>
              <a:rPr lang="en-US" sz="1500" dirty="0" err="1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ответ</a:t>
            </a:r>
            <a:r>
              <a:rPr lang="ru-RU" sz="15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ы</a:t>
            </a:r>
            <a:r>
              <a:rPr lang="en-US" sz="15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.</a:t>
            </a:r>
            <a:endParaRPr lang="en-US" sz="1500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07D6AC2-E913-3E69-21CB-042823BE714C}"/>
              </a:ext>
            </a:extLst>
          </p:cNvPr>
          <p:cNvSpPr/>
          <p:nvPr/>
        </p:nvSpPr>
        <p:spPr>
          <a:xfrm>
            <a:off x="10998679" y="6512943"/>
            <a:ext cx="1193321" cy="345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11582110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4D5D6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ПРОСТРАНСТВЕННО-ВРЕМЕННОЙ ГРАФ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92516"/>
            <a:ext cx="10972526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600" kern="100" spc="-26" dirty="0">
                <a:solidFill>
                  <a:srgbClr val="14243A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Два вида коммуникации:
spatial и temporal</a:t>
            </a:r>
            <a:endParaRPr lang="en-US" sz="2600" dirty="0"/>
          </a:p>
          <a:p>
            <a:pPr marL="0" indent="0" algn="l">
              <a:lnSpc>
                <a:spcPct val="90000"/>
              </a:lnSpc>
              <a:buNone/>
            </a:pP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09585" y="1708536"/>
            <a:ext cx="5486263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B0391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ВНУТРИ ОДНОГО РАУНДА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9585" y="1968846"/>
            <a:ext cx="5257668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100" spc="-21" dirty="0">
                <a:solidFill>
                  <a:srgbClr val="14243A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Spatial (intra-dialogue)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09585" y="2473790"/>
            <a:ext cx="5257668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Сообщение идёт от ранее вызванного агента к следующему в том же раунде. Такой граф исполняется в топологическом порядке.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09585" y="3882617"/>
            <a:ext cx="5257668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Направленный ациклический граф (DAG)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24442" y="1708536"/>
            <a:ext cx="5257668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B0391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МЕЖДУ СОСЕДНИМИ РАУНДАМИ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24442" y="1968846"/>
            <a:ext cx="5257668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100" spc="-21" dirty="0">
                <a:solidFill>
                  <a:srgbClr val="14243A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Temporal (inter-dialogue)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324442" y="2473790"/>
            <a:ext cx="5257668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Агенты текущего раунда получают результаты агентов предыдущего раунда, в том числе собственные прошлые ответы.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324442" y="3882617"/>
            <a:ext cx="5257668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 err="1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Переход</a:t>
            </a:r>
            <a:r>
              <a:rPr lang="en-US" sz="1100" kern="100" spc="132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t−1 </a:t>
            </a:r>
            <a:r>
              <a:rPr lang="ru-RU" sz="1100" kern="100" spc="132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</a:t>
            </a:r>
            <a:r>
              <a:rPr lang="en-US" sz="1100" kern="100" spc="132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t; возможно self-соединение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9498" y="1701551"/>
            <a:ext cx="12700" cy="2537222"/>
          </a:xfrm>
          <a:prstGeom prst="rect">
            <a:avLst/>
          </a:prstGeom>
          <a:solidFill>
            <a:srgbClr val="A9BCC6"/>
          </a:solidFill>
          <a:ln/>
        </p:spPr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CA61F336-E14E-AFFD-0456-1982BF748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617" y="4402443"/>
            <a:ext cx="4986069" cy="2141795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1BA60DB0-0779-B550-14AA-F4D60FF5FF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1316" y="4402443"/>
            <a:ext cx="4638237" cy="2141795"/>
          </a:xfrm>
          <a:prstGeom prst="rect">
            <a:avLst/>
          </a:prstGeom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132E589-80DF-98A0-4C7E-B496D33C82EF}"/>
              </a:ext>
            </a:extLst>
          </p:cNvPr>
          <p:cNvSpPr/>
          <p:nvPr/>
        </p:nvSpPr>
        <p:spPr>
          <a:xfrm>
            <a:off x="10998679" y="6512943"/>
            <a:ext cx="1193321" cy="345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204059"/>
            <a:ext cx="6431198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4D5D6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МОТИВАЦИОННЫЙ ЭКСПЕРИМЕНТ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1479991"/>
            <a:ext cx="5821614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600" kern="100" spc="-26" dirty="0">
                <a:solidFill>
                  <a:srgbClr val="14243A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Не все связи полезны:
удаление иногда помогает</a:t>
            </a:r>
            <a:endParaRPr lang="en-US" sz="2600" dirty="0"/>
          </a:p>
          <a:p>
            <a:pPr marL="0" indent="0" algn="l">
              <a:lnSpc>
                <a:spcPct val="90000"/>
              </a:lnSpc>
              <a:buNone/>
            </a:pP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09585" y="2396153"/>
            <a:ext cx="5821614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Авторы случайно удаляли часть spatial- и temporal-рёбер и проверяли accuracy на MMLU.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09585" y="3484959"/>
            <a:ext cx="5821614" cy="16191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b="1" dirty="0">
                <a:solidFill>
                  <a:srgbClr val="14243A"/>
                </a:solidFill>
                <a:latin typeface="Mulish Bold" pitchFamily="34" charset="0"/>
                <a:ea typeface="Mulish Bold" pitchFamily="34" charset="-122"/>
                <a:cs typeface="Mulish Bold" pitchFamily="34" charset="-120"/>
              </a:rPr>
              <a:t>В некоторых конфигурациях удаление 10–30% связей улучшает качество до +2,83 п.п.
Это показывает возможность избыточных коммуникаций, но не гарантирует пользы любого pruning.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endParaRPr lang="en-US" sz="17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3A9DEB4-4F45-DC9B-DF14-3D9FE7C19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6055" y="2396153"/>
            <a:ext cx="5115170" cy="2522956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5C69273-589A-1739-EA23-29215DF6B9E6}"/>
              </a:ext>
            </a:extLst>
          </p:cNvPr>
          <p:cNvSpPr/>
          <p:nvPr/>
        </p:nvSpPr>
        <p:spPr>
          <a:xfrm>
            <a:off x="10998679" y="6512943"/>
            <a:ext cx="1193321" cy="345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11582110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4D5D6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ОБЩАЯ СХЕМА МЕТОДА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92516"/>
            <a:ext cx="10972526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600" kern="100" spc="-26" dirty="0">
                <a:solidFill>
                  <a:srgbClr val="14243A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AgentPrune: от исходного графа
к оптимизированной топологии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09584" y="2118765"/>
            <a:ext cx="868738" cy="99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B23A1C"/>
                </a:solidFill>
                <a:latin typeface="Mulish SemiBold" pitchFamily="34" charset="0"/>
                <a:ea typeface="Mulish SemiBold" pitchFamily="34" charset="-122"/>
                <a:cs typeface="Mulish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377" y="2171712"/>
            <a:ext cx="4118030" cy="45719"/>
          </a:xfrm>
          <a:prstGeom prst="rect">
            <a:avLst/>
          </a:prstGeom>
          <a:solidFill>
            <a:srgbClr val="B23A1C"/>
          </a:solidFill>
          <a:ln/>
        </p:spPr>
      </p:sp>
      <p:sp>
        <p:nvSpPr>
          <p:cNvPr id="6" name="Text 4"/>
          <p:cNvSpPr/>
          <p:nvPr/>
        </p:nvSpPr>
        <p:spPr>
          <a:xfrm>
            <a:off x="914377" y="2262666"/>
            <a:ext cx="4118030" cy="137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dirty="0" err="1">
                <a:solidFill>
                  <a:srgbClr val="14243A"/>
                </a:solidFill>
                <a:latin typeface="Mulish SemiBold" pitchFamily="34" charset="0"/>
                <a:ea typeface="Mulish SemiBold" pitchFamily="34" charset="-122"/>
                <a:cs typeface="Mulish SemiBold" pitchFamily="34" charset="-120"/>
              </a:rPr>
              <a:t>Начальный</a:t>
            </a:r>
            <a:r>
              <a:rPr lang="en-US" sz="1400" dirty="0">
                <a:solidFill>
                  <a:srgbClr val="14243A"/>
                </a:solidFill>
                <a:latin typeface="Mulish SemiBold" pitchFamily="34" charset="0"/>
                <a:ea typeface="Mulish SemiBold" pitchFamily="34" charset="-122"/>
                <a:cs typeface="Mulish SemiBold" pitchFamily="34" charset="-120"/>
              </a:rPr>
              <a:t> граф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377" y="2522760"/>
            <a:ext cx="4118030" cy="5115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Имеем фиксированные допустимые пространственные и временные рёбра между N агентами.</a:t>
            </a:r>
            <a:endParaRPr lang="en-US" sz="1200" dirty="0"/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DED2C37F-BF6F-8363-15BD-220E06BBC92C}"/>
              </a:ext>
            </a:extLst>
          </p:cNvPr>
          <p:cNvSpPr/>
          <p:nvPr/>
        </p:nvSpPr>
        <p:spPr>
          <a:xfrm>
            <a:off x="609583" y="3093758"/>
            <a:ext cx="868738" cy="117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B23A1C"/>
                </a:solidFill>
                <a:latin typeface="Mulish SemiBold" pitchFamily="34" charset="0"/>
                <a:ea typeface="Mulish SemiBold" pitchFamily="34" charset="-122"/>
                <a:cs typeface="Mulish SemiBold" pitchFamily="34" charset="-120"/>
              </a:rPr>
              <a:t>0</a:t>
            </a:r>
            <a:r>
              <a:rPr lang="ru-RU" sz="1400" dirty="0">
                <a:solidFill>
                  <a:srgbClr val="B23A1C"/>
                </a:solidFill>
                <a:latin typeface="Mulish SemiBold" pitchFamily="34" charset="0"/>
                <a:ea typeface="Mulish SemiBold" pitchFamily="34" charset="-122"/>
                <a:cs typeface="Mulish SemiBold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Shape 3">
            <a:extLst>
              <a:ext uri="{FF2B5EF4-FFF2-40B4-BE49-F238E27FC236}">
                <a16:creationId xmlns:a16="http://schemas.microsoft.com/office/drawing/2014/main" id="{152CB6D7-FDF8-9307-1F82-5553BFA0ACD2}"/>
              </a:ext>
            </a:extLst>
          </p:cNvPr>
          <p:cNvSpPr/>
          <p:nvPr/>
        </p:nvSpPr>
        <p:spPr>
          <a:xfrm>
            <a:off x="914376" y="3146705"/>
            <a:ext cx="4118030" cy="45719"/>
          </a:xfrm>
          <a:prstGeom prst="rect">
            <a:avLst/>
          </a:prstGeom>
          <a:solidFill>
            <a:srgbClr val="B23A1C"/>
          </a:solidFill>
          <a:ln/>
        </p:spPr>
      </p:sp>
      <p:sp>
        <p:nvSpPr>
          <p:cNvPr id="27" name="Text 4">
            <a:extLst>
              <a:ext uri="{FF2B5EF4-FFF2-40B4-BE49-F238E27FC236}">
                <a16:creationId xmlns:a16="http://schemas.microsoft.com/office/drawing/2014/main" id="{04B7E573-F33B-6404-3BCF-557C9D97B216}"/>
              </a:ext>
            </a:extLst>
          </p:cNvPr>
          <p:cNvSpPr/>
          <p:nvPr/>
        </p:nvSpPr>
        <p:spPr>
          <a:xfrm>
            <a:off x="914376" y="3237659"/>
            <a:ext cx="4118030" cy="161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8000"/>
              </a:lnSpc>
            </a:pPr>
            <a:r>
              <a:rPr lang="en-US" sz="1400" dirty="0" err="1">
                <a:solidFill>
                  <a:srgbClr val="14243A"/>
                </a:solidFill>
                <a:latin typeface="Mulish SemiBold" pitchFamily="34" charset="0"/>
                <a:ea typeface="Mulish SemiBold" pitchFamily="34" charset="-122"/>
                <a:cs typeface="Mulish SemiBold" pitchFamily="34" charset="-120"/>
              </a:rPr>
              <a:t>Сэмплирование</a:t>
            </a:r>
            <a:endParaRPr lang="en-US" sz="1400" dirty="0"/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C7ED2509-7071-8A49-7C2B-97133E38451C}"/>
              </a:ext>
            </a:extLst>
          </p:cNvPr>
          <p:cNvSpPr/>
          <p:nvPr/>
        </p:nvSpPr>
        <p:spPr>
          <a:xfrm>
            <a:off x="914376" y="3497753"/>
            <a:ext cx="4118030" cy="599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1000"/>
              </a:lnSpc>
            </a:pPr>
            <a:r>
              <a:rPr lang="en-US" sz="1200" dirty="0" err="1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Маски</a:t>
            </a:r>
            <a:r>
              <a:rPr lang="en-US" sz="12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 </a:t>
            </a:r>
            <a:r>
              <a:rPr lang="en-US" sz="1200" dirty="0" err="1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определяют</a:t>
            </a:r>
            <a:r>
              <a:rPr lang="en-US" sz="12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 </a:t>
            </a:r>
            <a:r>
              <a:rPr lang="en-US" sz="1200" dirty="0" err="1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распределение</a:t>
            </a:r>
            <a:r>
              <a:rPr lang="en-US" sz="12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 </a:t>
            </a:r>
            <a:r>
              <a:rPr lang="en-US" sz="1200" dirty="0" err="1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возможных</a:t>
            </a:r>
            <a:r>
              <a:rPr lang="en-US" sz="12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 </a:t>
            </a:r>
            <a:r>
              <a:rPr lang="en-US" sz="1200" dirty="0" err="1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графов</a:t>
            </a:r>
            <a:r>
              <a:rPr lang="en-US" sz="12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; </a:t>
            </a:r>
            <a:r>
              <a:rPr lang="en-US" sz="1200" dirty="0" err="1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отдельные</a:t>
            </a:r>
            <a:r>
              <a:rPr lang="en-US" sz="12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 </a:t>
            </a:r>
            <a:r>
              <a:rPr lang="en-US" sz="1200" dirty="0" err="1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графы</a:t>
            </a:r>
            <a:r>
              <a:rPr lang="en-US" sz="12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 </a:t>
            </a:r>
            <a:r>
              <a:rPr lang="en-US" sz="1200" dirty="0" err="1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используются</a:t>
            </a:r>
            <a:r>
              <a:rPr lang="en-US" sz="12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 </a:t>
            </a:r>
            <a:r>
              <a:rPr lang="en-US" sz="1200" dirty="0" err="1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для</a:t>
            </a:r>
            <a:r>
              <a:rPr lang="en-US" sz="12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 </a:t>
            </a:r>
            <a:r>
              <a:rPr lang="en-US" sz="1200" dirty="0" err="1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решения</a:t>
            </a:r>
            <a:r>
              <a:rPr lang="en-US" sz="12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 </a:t>
            </a:r>
            <a:r>
              <a:rPr lang="en-US" sz="1200" dirty="0" err="1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задач</a:t>
            </a:r>
            <a:r>
              <a:rPr lang="en-US" sz="12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.</a:t>
            </a:r>
            <a:endParaRPr lang="en-US" sz="1200" dirty="0"/>
          </a:p>
        </p:txBody>
      </p:sp>
      <p:sp>
        <p:nvSpPr>
          <p:cNvPr id="31" name="Text 2">
            <a:extLst>
              <a:ext uri="{FF2B5EF4-FFF2-40B4-BE49-F238E27FC236}">
                <a16:creationId xmlns:a16="http://schemas.microsoft.com/office/drawing/2014/main" id="{11BE42C4-2BB3-C4E8-14DD-D223A60B1F11}"/>
              </a:ext>
            </a:extLst>
          </p:cNvPr>
          <p:cNvSpPr/>
          <p:nvPr/>
        </p:nvSpPr>
        <p:spPr>
          <a:xfrm>
            <a:off x="609583" y="4084822"/>
            <a:ext cx="868738" cy="117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B23A1C"/>
                </a:solidFill>
                <a:latin typeface="Mulish SemiBold" pitchFamily="34" charset="0"/>
                <a:ea typeface="Mulish SemiBold" pitchFamily="34" charset="-122"/>
                <a:cs typeface="Mulish SemiBold" pitchFamily="34" charset="-120"/>
              </a:rPr>
              <a:t>0</a:t>
            </a:r>
            <a:r>
              <a:rPr lang="ru-RU" sz="1400" dirty="0">
                <a:solidFill>
                  <a:srgbClr val="B23A1C"/>
                </a:solidFill>
                <a:latin typeface="Mulish SemiBold" pitchFamily="34" charset="0"/>
                <a:ea typeface="Mulish SemiBold" pitchFamily="34" charset="-122"/>
                <a:cs typeface="Mulish SemiBold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Shape 3">
            <a:extLst>
              <a:ext uri="{FF2B5EF4-FFF2-40B4-BE49-F238E27FC236}">
                <a16:creationId xmlns:a16="http://schemas.microsoft.com/office/drawing/2014/main" id="{7F479CF6-0E4B-CC3B-62DF-0EC5064F5947}"/>
              </a:ext>
            </a:extLst>
          </p:cNvPr>
          <p:cNvSpPr/>
          <p:nvPr/>
        </p:nvSpPr>
        <p:spPr>
          <a:xfrm>
            <a:off x="914376" y="4137769"/>
            <a:ext cx="4118030" cy="45719"/>
          </a:xfrm>
          <a:prstGeom prst="rect">
            <a:avLst/>
          </a:prstGeom>
          <a:solidFill>
            <a:srgbClr val="B23A1C"/>
          </a:solidFill>
          <a:ln/>
        </p:spPr>
      </p:sp>
      <p:sp>
        <p:nvSpPr>
          <p:cNvPr id="35" name="Text 4">
            <a:extLst>
              <a:ext uri="{FF2B5EF4-FFF2-40B4-BE49-F238E27FC236}">
                <a16:creationId xmlns:a16="http://schemas.microsoft.com/office/drawing/2014/main" id="{29B49A2E-2BC2-9200-288A-BBE78CCB20D7}"/>
              </a:ext>
            </a:extLst>
          </p:cNvPr>
          <p:cNvSpPr/>
          <p:nvPr/>
        </p:nvSpPr>
        <p:spPr>
          <a:xfrm>
            <a:off x="914376" y="4228723"/>
            <a:ext cx="4118030" cy="161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8000"/>
              </a:lnSpc>
            </a:pPr>
            <a:r>
              <a:rPr lang="en-US" sz="1400" dirty="0" err="1">
                <a:solidFill>
                  <a:srgbClr val="14243A"/>
                </a:solidFill>
                <a:latin typeface="Mulish SemiBold" pitchFamily="34" charset="0"/>
                <a:ea typeface="Mulish SemiBold" pitchFamily="34" charset="-122"/>
                <a:cs typeface="Mulish SemiBold" pitchFamily="34" charset="-120"/>
              </a:rPr>
              <a:t>Оптимизация</a:t>
            </a:r>
            <a:endParaRPr lang="en-US" sz="1400" dirty="0"/>
          </a:p>
          <a:p>
            <a:pPr>
              <a:lnSpc>
                <a:spcPct val="108000"/>
              </a:lnSpc>
            </a:pPr>
            <a:endParaRPr lang="en-US" sz="1400" dirty="0"/>
          </a:p>
        </p:txBody>
      </p:sp>
      <p:sp>
        <p:nvSpPr>
          <p:cNvPr id="37" name="Text 5">
            <a:extLst>
              <a:ext uri="{FF2B5EF4-FFF2-40B4-BE49-F238E27FC236}">
                <a16:creationId xmlns:a16="http://schemas.microsoft.com/office/drawing/2014/main" id="{F20C9B5D-1CDF-DDF7-449A-466F78F44078}"/>
              </a:ext>
            </a:extLst>
          </p:cNvPr>
          <p:cNvSpPr/>
          <p:nvPr/>
        </p:nvSpPr>
        <p:spPr>
          <a:xfrm>
            <a:off x="914376" y="4488817"/>
            <a:ext cx="4118030" cy="599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1000"/>
              </a:lnSpc>
            </a:pPr>
            <a:r>
              <a:rPr lang="en-US" sz="1200" dirty="0" err="1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По</a:t>
            </a:r>
            <a:r>
              <a:rPr lang="en-US" sz="12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 </a:t>
            </a:r>
            <a:r>
              <a:rPr lang="en-US" sz="1200" dirty="0" err="1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оценке</a:t>
            </a:r>
            <a:r>
              <a:rPr lang="en-US" sz="12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 </a:t>
            </a:r>
            <a:r>
              <a:rPr lang="en-US" sz="1200" dirty="0" err="1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качества</a:t>
            </a:r>
            <a:r>
              <a:rPr lang="en-US" sz="12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 </a:t>
            </a:r>
            <a:r>
              <a:rPr lang="en-US" sz="1200" dirty="0" err="1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ответа</a:t>
            </a:r>
            <a:r>
              <a:rPr lang="en-US" sz="12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 </a:t>
            </a:r>
            <a:r>
              <a:rPr lang="en-US" sz="1200" dirty="0" err="1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обновляются</a:t>
            </a:r>
            <a:r>
              <a:rPr lang="en-US" sz="12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 </a:t>
            </a:r>
            <a:r>
              <a:rPr lang="en-US" sz="1200" dirty="0" err="1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вероятности</a:t>
            </a:r>
            <a:r>
              <a:rPr lang="en-US" sz="12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 </a:t>
            </a:r>
            <a:r>
              <a:rPr lang="en-US" sz="1200" dirty="0" err="1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связей</a:t>
            </a:r>
            <a:r>
              <a:rPr lang="en-US" sz="12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 </a:t>
            </a:r>
            <a:r>
              <a:rPr lang="en-US" sz="1200" dirty="0" err="1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методом</a:t>
            </a:r>
            <a:r>
              <a:rPr lang="en-US" sz="12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 REINFORCE.</a:t>
            </a:r>
            <a:endParaRPr lang="en-US" sz="1200" dirty="0"/>
          </a:p>
        </p:txBody>
      </p:sp>
      <p:sp>
        <p:nvSpPr>
          <p:cNvPr id="39" name="Text 2">
            <a:extLst>
              <a:ext uri="{FF2B5EF4-FFF2-40B4-BE49-F238E27FC236}">
                <a16:creationId xmlns:a16="http://schemas.microsoft.com/office/drawing/2014/main" id="{7760649F-56BF-58E1-67BC-582A8B8463FF}"/>
              </a:ext>
            </a:extLst>
          </p:cNvPr>
          <p:cNvSpPr/>
          <p:nvPr/>
        </p:nvSpPr>
        <p:spPr>
          <a:xfrm>
            <a:off x="609585" y="5058581"/>
            <a:ext cx="868738" cy="117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B23A1C"/>
                </a:solidFill>
                <a:latin typeface="Mulish SemiBold" pitchFamily="34" charset="0"/>
                <a:ea typeface="Mulish SemiBold" pitchFamily="34" charset="-122"/>
                <a:cs typeface="Mulish SemiBold" pitchFamily="34" charset="-120"/>
              </a:rPr>
              <a:t>0</a:t>
            </a:r>
            <a:r>
              <a:rPr lang="ru-RU" sz="1400" dirty="0">
                <a:solidFill>
                  <a:srgbClr val="B23A1C"/>
                </a:solidFill>
                <a:latin typeface="Mulish SemiBold" pitchFamily="34" charset="0"/>
                <a:ea typeface="Mulish SemiBold" pitchFamily="34" charset="-122"/>
                <a:cs typeface="Mulish SemiBold" pitchFamily="34" charset="-120"/>
              </a:rPr>
              <a:t>4</a:t>
            </a:r>
            <a:endParaRPr lang="en-US" sz="1400" dirty="0"/>
          </a:p>
        </p:txBody>
      </p:sp>
      <p:sp>
        <p:nvSpPr>
          <p:cNvPr id="41" name="Shape 3">
            <a:extLst>
              <a:ext uri="{FF2B5EF4-FFF2-40B4-BE49-F238E27FC236}">
                <a16:creationId xmlns:a16="http://schemas.microsoft.com/office/drawing/2014/main" id="{0A7D234E-C383-46C2-2C35-FCF2735A2826}"/>
              </a:ext>
            </a:extLst>
          </p:cNvPr>
          <p:cNvSpPr/>
          <p:nvPr/>
        </p:nvSpPr>
        <p:spPr>
          <a:xfrm>
            <a:off x="914378" y="5111528"/>
            <a:ext cx="4118030" cy="45719"/>
          </a:xfrm>
          <a:prstGeom prst="rect">
            <a:avLst/>
          </a:prstGeom>
          <a:solidFill>
            <a:srgbClr val="B23A1C"/>
          </a:solidFill>
          <a:ln/>
        </p:spPr>
      </p:sp>
      <p:sp>
        <p:nvSpPr>
          <p:cNvPr id="43" name="Text 4">
            <a:extLst>
              <a:ext uri="{FF2B5EF4-FFF2-40B4-BE49-F238E27FC236}">
                <a16:creationId xmlns:a16="http://schemas.microsoft.com/office/drawing/2014/main" id="{36066FB4-D64B-E476-F173-497CC397B550}"/>
              </a:ext>
            </a:extLst>
          </p:cNvPr>
          <p:cNvSpPr/>
          <p:nvPr/>
        </p:nvSpPr>
        <p:spPr>
          <a:xfrm>
            <a:off x="914378" y="5202482"/>
            <a:ext cx="4118030" cy="161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8000"/>
              </a:lnSpc>
            </a:pPr>
            <a:r>
              <a:rPr lang="en-US" sz="1400" dirty="0">
                <a:solidFill>
                  <a:srgbClr val="14243A"/>
                </a:solidFill>
                <a:latin typeface="Mulish SemiBold" pitchFamily="34" charset="0"/>
                <a:ea typeface="Mulish SemiBold" pitchFamily="34" charset="-122"/>
                <a:cs typeface="Mulish SemiBold" pitchFamily="34" charset="-120"/>
              </a:rPr>
              <a:t>Pruning</a:t>
            </a:r>
            <a:endParaRPr lang="en-US" sz="1400" dirty="0"/>
          </a:p>
          <a:p>
            <a:pPr>
              <a:lnSpc>
                <a:spcPct val="108000"/>
              </a:lnSpc>
            </a:pPr>
            <a:endParaRPr lang="en-US" sz="1400" dirty="0"/>
          </a:p>
          <a:p>
            <a:pPr>
              <a:lnSpc>
                <a:spcPct val="108000"/>
              </a:lnSpc>
            </a:pPr>
            <a:endParaRPr lang="en-US" sz="1400" dirty="0"/>
          </a:p>
        </p:txBody>
      </p:sp>
      <p:sp>
        <p:nvSpPr>
          <p:cNvPr id="45" name="Text 5">
            <a:extLst>
              <a:ext uri="{FF2B5EF4-FFF2-40B4-BE49-F238E27FC236}">
                <a16:creationId xmlns:a16="http://schemas.microsoft.com/office/drawing/2014/main" id="{631D6F05-ACD4-BC4E-C441-8B09F97F6798}"/>
              </a:ext>
            </a:extLst>
          </p:cNvPr>
          <p:cNvSpPr/>
          <p:nvPr/>
        </p:nvSpPr>
        <p:spPr>
          <a:xfrm>
            <a:off x="914378" y="5462576"/>
            <a:ext cx="4118030" cy="599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1000"/>
              </a:lnSpc>
            </a:pPr>
            <a:r>
              <a:rPr lang="en-US" sz="1200" dirty="0" err="1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Отбрасываем</a:t>
            </a:r>
            <a:r>
              <a:rPr lang="en-US" sz="12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 </a:t>
            </a:r>
            <a:r>
              <a:rPr lang="en-US" sz="1200" dirty="0" err="1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связи</a:t>
            </a:r>
            <a:r>
              <a:rPr lang="en-US" sz="12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 с </a:t>
            </a:r>
            <a:r>
              <a:rPr lang="en-US" sz="1200" dirty="0" err="1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низкими</a:t>
            </a:r>
            <a:r>
              <a:rPr lang="en-US" sz="12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 </a:t>
            </a:r>
            <a:r>
              <a:rPr lang="en-US" sz="1200" dirty="0" err="1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весами</a:t>
            </a:r>
            <a:r>
              <a:rPr lang="en-US" sz="12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 и </a:t>
            </a:r>
            <a:r>
              <a:rPr lang="en-US" sz="1200" dirty="0" err="1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продолжаем</a:t>
            </a:r>
            <a:r>
              <a:rPr lang="en-US" sz="12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 </a:t>
            </a:r>
            <a:r>
              <a:rPr lang="en-US" sz="1200" dirty="0" err="1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работу</a:t>
            </a:r>
            <a:r>
              <a:rPr lang="en-US" sz="12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 с </a:t>
            </a:r>
            <a:r>
              <a:rPr lang="en-US" sz="1200" dirty="0" err="1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более</a:t>
            </a:r>
            <a:r>
              <a:rPr lang="en-US" sz="12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 </a:t>
            </a:r>
            <a:r>
              <a:rPr lang="en-US" sz="1200" dirty="0" err="1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разреженной</a:t>
            </a:r>
            <a:r>
              <a:rPr lang="en-US" sz="12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 </a:t>
            </a:r>
            <a:r>
              <a:rPr lang="en-US" sz="1200" dirty="0" err="1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топологией</a:t>
            </a:r>
            <a:r>
              <a:rPr lang="en-US" sz="12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.</a:t>
            </a:r>
            <a:endParaRPr lang="en-US" sz="1200" dirty="0"/>
          </a:p>
        </p:txBody>
      </p:sp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9805263D-E05E-329E-CB9C-AA476A463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0916" y="1954609"/>
            <a:ext cx="5988468" cy="445775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11582110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4D5D6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ПАРАМЕТРИЗАЦИЯ ТОПОЛОГИИ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92516"/>
            <a:ext cx="10972526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600" kern="100" spc="-26" dirty="0">
                <a:solidFill>
                  <a:srgbClr val="14243A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Обучаемые маски для рёбер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09585" y="2213808"/>
            <a:ext cx="5486263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B0391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БИНАРНАЯ СМЕЖНОСТЬ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9585" y="2474119"/>
            <a:ext cx="5257668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100" spc="-21" dirty="0">
                <a:solidFill>
                  <a:srgbClr val="14243A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Исходные </a:t>
            </a:r>
            <a:r>
              <a:rPr lang="en-US" sz="2100" kern="100" spc="-21" dirty="0" err="1">
                <a:solidFill>
                  <a:srgbClr val="14243A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матрицы</a:t>
            </a:r>
            <a:r>
              <a:rPr lang="en-US" sz="2100" kern="100" spc="-21" dirty="0">
                <a:solidFill>
                  <a:srgbClr val="14243A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 A</a:t>
            </a:r>
            <a:r>
              <a:rPr lang="en-US" sz="2100" kern="100" spc="-21" baseline="30000" dirty="0">
                <a:solidFill>
                  <a:srgbClr val="14243A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S</a:t>
            </a:r>
            <a:r>
              <a:rPr lang="en-US" sz="2100" kern="100" spc="-21" dirty="0">
                <a:solidFill>
                  <a:srgbClr val="14243A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 и A</a:t>
            </a:r>
            <a:r>
              <a:rPr lang="en-US" sz="2100" kern="100" spc="-21" baseline="30000" dirty="0">
                <a:solidFill>
                  <a:srgbClr val="14243A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T</a:t>
            </a:r>
            <a:endParaRPr lang="en-US" sz="2100" baseline="30000" dirty="0"/>
          </a:p>
        </p:txBody>
      </p:sp>
      <p:sp>
        <p:nvSpPr>
          <p:cNvPr id="6" name="Text 4"/>
          <p:cNvSpPr/>
          <p:nvPr/>
        </p:nvSpPr>
        <p:spPr>
          <a:xfrm>
            <a:off x="609585" y="2979063"/>
            <a:ext cx="5257668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Матрицы определяют, </a:t>
            </a:r>
            <a:r>
              <a:rPr lang="en-US" sz="1700" dirty="0" err="1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какие</a:t>
            </a:r>
            <a:r>
              <a:rPr lang="ru-RU" sz="17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 </a:t>
            </a:r>
            <a:r>
              <a:rPr lang="en-US" sz="17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Spatial </a:t>
            </a:r>
            <a:r>
              <a:rPr lang="ru-RU" sz="17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и </a:t>
            </a:r>
            <a:r>
              <a:rPr lang="en-US" sz="17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Temporal связи существуют в исходной MAS.</a:t>
            </a:r>
            <a:endParaRPr lang="en-US" sz="1700" dirty="0"/>
          </a:p>
        </p:txBody>
      </p:sp>
      <p:sp>
        <p:nvSpPr>
          <p:cNvPr id="11" name="Text 6"/>
          <p:cNvSpPr/>
          <p:nvPr/>
        </p:nvSpPr>
        <p:spPr>
          <a:xfrm>
            <a:off x="6324442" y="2213808"/>
            <a:ext cx="5257668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B0391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ОБУЧАЕМЫЕ ПАРАМЕТРЫ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6324442" y="2474119"/>
            <a:ext cx="5257668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100" spc="-21" dirty="0">
                <a:solidFill>
                  <a:srgbClr val="14243A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Вероятности связей</a:t>
            </a:r>
            <a:endParaRPr lang="en-US" sz="2100" dirty="0"/>
          </a:p>
        </p:txBody>
      </p:sp>
      <p:sp>
        <p:nvSpPr>
          <p:cNvPr id="13" name="Text 8"/>
          <p:cNvSpPr/>
          <p:nvPr/>
        </p:nvSpPr>
        <p:spPr>
          <a:xfrm>
            <a:off x="6324442" y="2979063"/>
            <a:ext cx="5257668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Каждому допустимому ребру назначен </a:t>
            </a:r>
            <a:r>
              <a:rPr lang="en-US" sz="1700" dirty="0" err="1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обучаемый</a:t>
            </a:r>
            <a:r>
              <a:rPr lang="en-US" sz="17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 </a:t>
            </a:r>
            <a:r>
              <a:rPr lang="en-US" sz="1700" dirty="0" err="1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логит</a:t>
            </a:r>
            <a:r>
              <a:rPr lang="en-US" sz="17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.</a:t>
            </a:r>
          </a:p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В коде начальная вероятность </a:t>
            </a:r>
            <a:r>
              <a:rPr lang="en-US" sz="1700" dirty="0" err="1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равна</a:t>
            </a:r>
            <a:r>
              <a:rPr lang="en-US" sz="17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 0.5.</a:t>
            </a:r>
          </a:p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Sigmoid переводит логит в </a:t>
            </a:r>
            <a:r>
              <a:rPr lang="en-US" sz="1700" dirty="0" err="1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вероятность</a:t>
            </a:r>
            <a:r>
              <a:rPr lang="en-US" sz="17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.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6324442" y="4530410"/>
            <a:ext cx="525766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b="1" u="sng" dirty="0">
                <a:solidFill>
                  <a:srgbClr val="14243A"/>
                </a:solidFill>
                <a:latin typeface="Mulish Bold" pitchFamily="34" charset="0"/>
                <a:ea typeface="Mulish Bold" pitchFamily="34" charset="-122"/>
                <a:cs typeface="Mulish Bold" pitchFamily="34" charset="-120"/>
              </a:rPr>
              <a:t>Структура исходного графа ограничивает набор рёбер, которые можно включить.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089497" y="2206822"/>
            <a:ext cx="45719" cy="3091145"/>
          </a:xfrm>
          <a:prstGeom prst="rect">
            <a:avLst/>
          </a:prstGeom>
          <a:solidFill>
            <a:srgbClr val="B23A1C"/>
          </a:solidFill>
          <a:ln/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6207524-37FF-8A85-83F3-E8C2AF2E235F}"/>
              </a:ext>
            </a:extLst>
          </p:cNvPr>
          <p:cNvSpPr/>
          <p:nvPr/>
        </p:nvSpPr>
        <p:spPr>
          <a:xfrm>
            <a:off x="10998679" y="6512943"/>
            <a:ext cx="1193321" cy="345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11582110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4D5D6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СЭМПЛИРОВАНИЕ ТОПОЛОГИЙ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92516"/>
            <a:ext cx="10972526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600" kern="100" spc="-26" dirty="0">
                <a:solidFill>
                  <a:srgbClr val="14243A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Одна маска — много графов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09585" y="2213808"/>
            <a:ext cx="5486263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B0391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МАСКА ВЕРОЯТНОСТЕЙ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9585" y="2474119"/>
            <a:ext cx="5257668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100" spc="-21" dirty="0">
                <a:solidFill>
                  <a:srgbClr val="14243A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Bernoulli sampling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09585" y="2979063"/>
            <a:ext cx="5257668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Для каждого допустимого ребра независимо выбираем 0 или 1 с вероятностью, заданной логитом.</a:t>
            </a:r>
            <a:endParaRPr lang="en-US" sz="1700" dirty="0"/>
          </a:p>
        </p:txBody>
      </p:sp>
      <p:sp>
        <p:nvSpPr>
          <p:cNvPr id="11" name="Text 6"/>
          <p:cNvSpPr/>
          <p:nvPr/>
        </p:nvSpPr>
        <p:spPr>
          <a:xfrm>
            <a:off x="6324442" y="2213808"/>
            <a:ext cx="5257668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B0391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СЭМПЛИРОВАННЫЕ ГРАФЫ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6324442" y="2474119"/>
            <a:ext cx="5257668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100" spc="-21" dirty="0">
                <a:solidFill>
                  <a:srgbClr val="14243A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Одна маска, разные связи</a:t>
            </a:r>
            <a:endParaRPr lang="en-US" sz="2100" dirty="0"/>
          </a:p>
        </p:txBody>
      </p:sp>
      <p:sp>
        <p:nvSpPr>
          <p:cNvPr id="13" name="Text 8"/>
          <p:cNvSpPr/>
          <p:nvPr/>
        </p:nvSpPr>
        <p:spPr>
          <a:xfrm>
            <a:off x="6324442" y="2979063"/>
            <a:ext cx="5257668" cy="27833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Каждая реализация графа проходит через MAS inference и получает собственную оценку качества конечного </a:t>
            </a:r>
            <a:r>
              <a:rPr lang="en-US" sz="1700" dirty="0" err="1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решения</a:t>
            </a:r>
            <a:r>
              <a:rPr lang="en-US" sz="17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.</a:t>
            </a:r>
            <a:endParaRPr lang="ru-RU" sz="1700" dirty="0">
              <a:solidFill>
                <a:srgbClr val="14243A"/>
              </a:solidFill>
              <a:latin typeface="Mulish" pitchFamily="34" charset="0"/>
              <a:ea typeface="Mulish" pitchFamily="34" charset="-122"/>
              <a:cs typeface="Mulish" pitchFamily="34" charset="-120"/>
            </a:endParaRPr>
          </a:p>
          <a:p>
            <a:pPr marL="0" indent="0" algn="l">
              <a:lnSpc>
                <a:spcPct val="121000"/>
              </a:lnSpc>
              <a:buNone/>
            </a:pPr>
            <a:r>
              <a:rPr lang="ru-RU" sz="1700" dirty="0">
                <a:solidFill>
                  <a:srgbClr val="14243A"/>
                </a:solidFill>
                <a:latin typeface="Mulish" pitchFamily="34" charset="0"/>
              </a:rPr>
              <a:t>Количество семплов задается параметром.</a:t>
            </a:r>
          </a:p>
        </p:txBody>
      </p:sp>
      <p:sp>
        <p:nvSpPr>
          <p:cNvPr id="16" name="Shape 11"/>
          <p:cNvSpPr/>
          <p:nvPr/>
        </p:nvSpPr>
        <p:spPr>
          <a:xfrm>
            <a:off x="6089497" y="2206822"/>
            <a:ext cx="45719" cy="3815447"/>
          </a:xfrm>
          <a:prstGeom prst="rect">
            <a:avLst/>
          </a:prstGeom>
          <a:solidFill>
            <a:srgbClr val="B23A1C"/>
          </a:solidFill>
          <a:ln/>
        </p:spPr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9999694-3960-7FDB-C36F-323A80EF5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654" y="4076442"/>
            <a:ext cx="5201530" cy="1945828"/>
          </a:xfrm>
          <a:prstGeom prst="rect">
            <a:avLst/>
          </a:prstGeom>
        </p:spPr>
      </p:pic>
      <p:sp>
        <p:nvSpPr>
          <p:cNvPr id="8" name="Text 10">
            <a:extLst>
              <a:ext uri="{FF2B5EF4-FFF2-40B4-BE49-F238E27FC236}">
                <a16:creationId xmlns:a16="http://schemas.microsoft.com/office/drawing/2014/main" id="{6BE9D641-50EE-46C0-01D7-C2DAC10F54BB}"/>
              </a:ext>
            </a:extLst>
          </p:cNvPr>
          <p:cNvSpPr/>
          <p:nvPr/>
        </p:nvSpPr>
        <p:spPr>
          <a:xfrm>
            <a:off x="609585" y="6194681"/>
            <a:ext cx="11582110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0000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Одна маска — параметры целого распределения возможных графов.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889068"/>
            <a:ext cx="11582110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4D5D6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ЦЕЛЬ ОБУЧЕНИЯ МАСОК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1170905"/>
            <a:ext cx="10972526" cy="932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400" kern="100" spc="-34" dirty="0">
                <a:solidFill>
                  <a:srgbClr val="14243A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Expected reward + low-rank ограничение</a:t>
            </a:r>
            <a:endParaRPr lang="en-US" sz="3400" dirty="0"/>
          </a:p>
        </p:txBody>
      </p:sp>
      <p:sp>
        <p:nvSpPr>
          <p:cNvPr id="16" name="Rounded Rectangle 15"/>
          <p:cNvSpPr/>
          <p:nvPr/>
        </p:nvSpPr>
        <p:spPr>
          <a:xfrm>
            <a:off x="609585" y="3640347"/>
            <a:ext cx="3591480" cy="2862563"/>
          </a:xfrm>
          <a:prstGeom prst="roundRect">
            <a:avLst>
              <a:gd name="adj" fmla="val 8832"/>
            </a:avLst>
          </a:prstGeom>
          <a:solidFill>
            <a:srgbClr val="F9FAFC"/>
          </a:solidFill>
          <a:ln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1C2D44"/>
                </a:solidFill>
                <a:latin typeface="Arial"/>
              </a:rPr>
              <a:t>Distribution Approximation</a:t>
            </a:r>
            <a:endParaRPr lang="ru-RU" sz="1600" b="1" dirty="0">
              <a:solidFill>
                <a:srgbClr val="1C2D44"/>
              </a:solidFill>
              <a:latin typeface="Arial"/>
            </a:endParaRPr>
          </a:p>
          <a:p>
            <a:pPr algn="ctr">
              <a:lnSpc>
                <a:spcPct val="114000"/>
              </a:lnSpc>
            </a:pPr>
            <a:br>
              <a:rPr lang="en-US" sz="1400" dirty="0">
                <a:solidFill>
                  <a:srgbClr val="1C2D44"/>
                </a:solidFill>
                <a:latin typeface="Arial"/>
              </a:rPr>
            </a:br>
            <a:r>
              <a:rPr lang="ru-RU" sz="1400" dirty="0">
                <a:solidFill>
                  <a:srgbClr val="1C2D44"/>
                </a:solidFill>
                <a:latin typeface="Arial"/>
              </a:rPr>
              <a:t>Максимизация ожидаемого качества сэмплированных топологий. Обучаемые маски задают распределение возможных коммуникационных графов. Оптимизация должна повышать вероятность появления топологий, на которых агенты успешно решают задачи.</a:t>
            </a:r>
            <a:endParaRPr sz="1400" dirty="0">
              <a:solidFill>
                <a:srgbClr val="1C2D44"/>
              </a:solidFill>
              <a:latin typeface="Arial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442604" y="3640347"/>
            <a:ext cx="3985404" cy="2852211"/>
          </a:xfrm>
          <a:prstGeom prst="roundRect">
            <a:avLst>
              <a:gd name="adj" fmla="val 8803"/>
            </a:avLst>
          </a:prstGeom>
          <a:solidFill>
            <a:srgbClr val="F9FAFC"/>
          </a:solidFill>
          <a:ln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4000"/>
              </a:lnSpc>
            </a:pPr>
            <a:r>
              <a:rPr lang="en-US" sz="1600" b="1" dirty="0">
                <a:solidFill>
                  <a:srgbClr val="1C2D44"/>
                </a:solidFill>
                <a:latin typeface="Arial"/>
              </a:rPr>
              <a:t>Low-Rank Sparsity</a:t>
            </a:r>
            <a:endParaRPr lang="ru-RU" sz="1600" b="1" dirty="0">
              <a:solidFill>
                <a:srgbClr val="1C2D44"/>
              </a:solidFill>
              <a:latin typeface="Arial"/>
            </a:endParaRPr>
          </a:p>
          <a:p>
            <a:pPr algn="ctr">
              <a:lnSpc>
                <a:spcPct val="114000"/>
              </a:lnSpc>
            </a:pPr>
            <a:endParaRPr lang="en-US" sz="1600" b="1" dirty="0">
              <a:solidFill>
                <a:srgbClr val="1C2D44"/>
              </a:solidFill>
              <a:latin typeface="Arial"/>
            </a:endParaRPr>
          </a:p>
          <a:p>
            <a:pPr algn="ctr">
              <a:lnSpc>
                <a:spcPct val="114000"/>
              </a:lnSpc>
            </a:pPr>
            <a:r>
              <a:rPr lang="ru-RU" sz="1400" dirty="0">
                <a:solidFill>
                  <a:srgbClr val="1C2D44"/>
                </a:solidFill>
                <a:latin typeface="Arial"/>
              </a:rPr>
              <a:t>Уменьшение избыточности в структуре коммуникаций. Минимизация ранга матриц масок стимулирует более простую структуру зависимостей между агентами, сокращая число независимых паттернов взаимодействия. При этом низкий ранг сам по себе не гарантирует удаления отдельных рёбер.</a:t>
            </a:r>
            <a:endParaRPr sz="1400" dirty="0">
              <a:solidFill>
                <a:srgbClr val="1C2D44"/>
              </a:solidFill>
              <a:latin typeface="Arial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8AF5A2D-E5AA-F171-9F02-753020B4F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408" y="2301027"/>
            <a:ext cx="8303183" cy="980450"/>
          </a:xfrm>
          <a:prstGeom prst="rect">
            <a:avLst/>
          </a:prstGeom>
        </p:spPr>
      </p:pic>
      <p:sp>
        <p:nvSpPr>
          <p:cNvPr id="9" name="Rounded Rectangle 16">
            <a:extLst>
              <a:ext uri="{FF2B5EF4-FFF2-40B4-BE49-F238E27FC236}">
                <a16:creationId xmlns:a16="http://schemas.microsoft.com/office/drawing/2014/main" id="{0D7FE81F-3A55-2421-83E6-E6C2736B3B38}"/>
              </a:ext>
            </a:extLst>
          </p:cNvPr>
          <p:cNvSpPr/>
          <p:nvPr/>
        </p:nvSpPr>
        <p:spPr>
          <a:xfrm>
            <a:off x="8669547" y="3665076"/>
            <a:ext cx="2912564" cy="2852211"/>
          </a:xfrm>
          <a:prstGeom prst="roundRect">
            <a:avLst>
              <a:gd name="adj" fmla="val 9106"/>
            </a:avLst>
          </a:prstGeom>
          <a:solidFill>
            <a:srgbClr val="F9FAFC"/>
          </a:solidFill>
          <a:ln>
            <a:solidFill>
              <a:srgbClr val="D3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4000"/>
              </a:lnSpc>
            </a:pPr>
            <a:r>
              <a:rPr lang="en-US" sz="1600" b="1" dirty="0">
                <a:solidFill>
                  <a:srgbClr val="1C2D44"/>
                </a:solidFill>
                <a:latin typeface="Arial"/>
              </a:rPr>
              <a:t>Structural Constraint</a:t>
            </a:r>
            <a:endParaRPr lang="ru-RU" sz="1600" b="1" dirty="0">
              <a:solidFill>
                <a:srgbClr val="1C2D44"/>
              </a:solidFill>
              <a:latin typeface="Arial"/>
            </a:endParaRPr>
          </a:p>
          <a:p>
            <a:pPr algn="ctr">
              <a:lnSpc>
                <a:spcPct val="114000"/>
              </a:lnSpc>
            </a:pPr>
            <a:endParaRPr lang="en-US" sz="1600" b="1" dirty="0">
              <a:solidFill>
                <a:srgbClr val="1C2D44"/>
              </a:solidFill>
              <a:latin typeface="Arial"/>
            </a:endParaRPr>
          </a:p>
          <a:p>
            <a:pPr algn="ctr">
              <a:lnSpc>
                <a:spcPct val="114000"/>
              </a:lnSpc>
            </a:pPr>
            <a:r>
              <a:rPr lang="ru-RU" sz="1400" dirty="0">
                <a:solidFill>
                  <a:srgbClr val="1C2D44"/>
                </a:solidFill>
                <a:latin typeface="Arial"/>
              </a:rPr>
              <a:t>Ограничение отклонения обучаемых масок от исходных матриц смежности с помощью нормы Фробениуса. Параметр </a:t>
            </a:r>
            <a:r>
              <a:rPr lang="ru-RU" sz="1400" dirty="0" err="1">
                <a:solidFill>
                  <a:srgbClr val="1C2D44"/>
                </a:solidFill>
                <a:latin typeface="Arial"/>
              </a:rPr>
              <a:t>delta</a:t>
            </a:r>
            <a:r>
              <a:rPr lang="ru-RU" sz="1400" dirty="0">
                <a:solidFill>
                  <a:srgbClr val="1C2D44"/>
                </a:solidFill>
                <a:latin typeface="Arial"/>
              </a:rPr>
              <a:t> контролирует допустимую величину изменений.</a:t>
            </a:r>
            <a:endParaRPr sz="1400" dirty="0">
              <a:solidFill>
                <a:srgbClr val="1C2D44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11582110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4D5D6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POLICY GRADIENT / REINFORCE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92516"/>
            <a:ext cx="10972526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600" kern="100" spc="-26" dirty="0">
                <a:solidFill>
                  <a:srgbClr val="14243A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Обновление масок без backprop
через LLM</a:t>
            </a:r>
            <a:endParaRPr lang="en-US" sz="2600" dirty="0"/>
          </a:p>
          <a:p>
            <a:pPr marL="0" indent="0" algn="l">
              <a:lnSpc>
                <a:spcPct val="90000"/>
              </a:lnSpc>
              <a:buNone/>
            </a:pP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09585" y="1925438"/>
            <a:ext cx="10972526" cy="45719"/>
          </a:xfrm>
          <a:prstGeom prst="rect">
            <a:avLst/>
          </a:prstGeom>
          <a:solidFill>
            <a:srgbClr val="B23A1C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203569"/>
            <a:ext cx="10972526" cy="29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800" dirty="0">
                <a:solidFill>
                  <a:srgbClr val="14243A"/>
                </a:solidFill>
                <a:latin typeface="Mulish SemiBold" pitchFamily="34" charset="0"/>
                <a:ea typeface="Mulish SemiBold" pitchFamily="34" charset="-122"/>
                <a:cs typeface="Mulish SemiBold" pitchFamily="34" charset="-120"/>
              </a:rPr>
              <a:t>Вероятность топологии </a:t>
            </a:r>
            <a:r>
              <a:rPr lang="en-US" sz="1800" dirty="0">
                <a:solidFill>
                  <a:srgbClr val="14243A"/>
                </a:solidFill>
                <a:latin typeface="Mulish SemiBold" pitchFamily="34" charset="0"/>
                <a:ea typeface="Mulish SemiBold" pitchFamily="34" charset="-122"/>
                <a:cs typeface="Mulish SemiBold" pitchFamily="34" charset="-120"/>
              </a:rPr>
              <a:t>| </a:t>
            </a:r>
            <a:r>
              <a:rPr lang="ru-RU" dirty="0">
                <a:solidFill>
                  <a:srgbClr val="14243A"/>
                </a:solidFill>
                <a:latin typeface="Mulish SemiBold" pitchFamily="34" charset="0"/>
                <a:ea typeface="Mulish SemiBold" pitchFamily="34" charset="-122"/>
                <a:cs typeface="Mulish SemiBold" pitchFamily="34" charset="-120"/>
              </a:rPr>
              <a:t>Обновление параметров</a:t>
            </a:r>
            <a:endParaRPr lang="en-US" dirty="0"/>
          </a:p>
          <a:p>
            <a:pPr marL="0" indent="0" algn="l">
              <a:lnSpc>
                <a:spcPct val="100000"/>
              </a:lnSpc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584" y="2647255"/>
            <a:ext cx="6390983" cy="2152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ru-RU" sz="15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Для каждого сэмплированного графа вычисляется </a:t>
            </a:r>
            <a:r>
              <a:rPr lang="ru-RU" sz="1500" dirty="0" err="1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log-probability</a:t>
            </a:r>
            <a:r>
              <a:rPr lang="ru-RU" sz="15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 — насколько вероятна такая комбинация включённых и исключённых рёбер.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ru-RU" sz="15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REINFORCE взвешивает градиент </a:t>
            </a:r>
            <a:r>
              <a:rPr lang="ru-RU" sz="1500" dirty="0" err="1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log-probability</a:t>
            </a:r>
            <a:r>
              <a:rPr lang="ru-RU" sz="15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 полученным </a:t>
            </a:r>
            <a:r>
              <a:rPr lang="ru-RU" sz="1500" dirty="0" err="1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reward</a:t>
            </a:r>
            <a:r>
              <a:rPr lang="ru-RU" sz="15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. Успешные графы повышают вероятность соответствующих конфигураций связей, а усреднение по нескольким сэмплам даёт оценку градиента ожидаемого качества.</a:t>
            </a:r>
          </a:p>
          <a:p>
            <a:pPr marL="0" indent="0" algn="l">
              <a:lnSpc>
                <a:spcPct val="100000"/>
              </a:lnSpc>
              <a:buNone/>
            </a:pP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609585" y="5965484"/>
            <a:ext cx="7688841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ru-RU" sz="1400" b="1" dirty="0">
                <a:solidFill>
                  <a:srgbClr val="14243A"/>
                </a:solidFill>
                <a:latin typeface="Mulish Bold" pitchFamily="34" charset="0"/>
                <a:ea typeface="Mulish Bold" pitchFamily="34" charset="-122"/>
                <a:cs typeface="Mulish Bold" pitchFamily="34" charset="-120"/>
              </a:rPr>
              <a:t>LLM остаются чёрными ящиками — оптимизируются только параметры коммуникационных масок.</a:t>
            </a:r>
            <a:endParaRPr lang="en-US" sz="14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EB48537-E815-3F35-291A-CED69FCC708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5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79256" y="4747072"/>
            <a:ext cx="3451638" cy="929397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2665F99-84B8-D1E2-CA8B-AEDB1F9D37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33137" y="2491483"/>
            <a:ext cx="4499066" cy="3731578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3D9F7C6-6D8D-4F69-A13A-2F4DBFC5A173}"/>
              </a:ext>
            </a:extLst>
          </p:cNvPr>
          <p:cNvSpPr/>
          <p:nvPr/>
        </p:nvSpPr>
        <p:spPr>
          <a:xfrm>
            <a:off x="10998679" y="6512943"/>
            <a:ext cx="1193321" cy="345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5"/>
            <a:ext cx="11582110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4D5D6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LOW-RANK REGULARIZATION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92516"/>
            <a:ext cx="10972526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600" kern="100" spc="-26" dirty="0">
                <a:solidFill>
                  <a:srgbClr val="14243A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Зачем ограничивать сложность масок</a:t>
            </a:r>
            <a:endParaRPr lang="en-US" sz="2600" dirty="0"/>
          </a:p>
          <a:p>
            <a:pPr marL="0" indent="0" algn="l">
              <a:lnSpc>
                <a:spcPct val="90000"/>
              </a:lnSpc>
              <a:buNone/>
            </a:pP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09585" y="1830782"/>
            <a:ext cx="5486263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ru-RU" sz="1400" kern="100" spc="132" dirty="0">
                <a:solidFill>
                  <a:srgbClr val="B0391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01 — Избыточность и шум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09585" y="2177144"/>
            <a:ext cx="10972526" cy="979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ru-RU" sz="15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В коммуникационных графах присутствуют повторяющиеся и малоинформативные взаимодействия. </a:t>
            </a:r>
            <a:r>
              <a:rPr lang="ru-RU" sz="1500" dirty="0" err="1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Низкоранговое</a:t>
            </a:r>
            <a:r>
              <a:rPr lang="ru-RU" sz="15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 ограничение должно стимулировать маски отражать более компактную структуру зависимостей между агентами, уменьшая влияние избыточных коммуникаций.</a:t>
            </a:r>
            <a:endParaRPr lang="en-US" sz="15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ADF2AB0F-2C6E-C1EE-8DF4-9A862191B590}"/>
              </a:ext>
            </a:extLst>
          </p:cNvPr>
          <p:cNvSpPr/>
          <p:nvPr/>
        </p:nvSpPr>
        <p:spPr>
          <a:xfrm>
            <a:off x="609585" y="3279283"/>
            <a:ext cx="5486263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ru-RU" sz="1400" kern="100" spc="132" dirty="0">
                <a:solidFill>
                  <a:srgbClr val="B0391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02 — Устойчивость к атакам</a:t>
            </a:r>
            <a:endParaRPr lang="en-US" sz="14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DF183F6A-EEB3-064E-FCED-5A14DE5C9EA2}"/>
              </a:ext>
            </a:extLst>
          </p:cNvPr>
          <p:cNvSpPr/>
          <p:nvPr/>
        </p:nvSpPr>
        <p:spPr>
          <a:xfrm>
            <a:off x="609585" y="3625645"/>
            <a:ext cx="10972526" cy="979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ru-RU" sz="15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По гипотезе авторов, </a:t>
            </a:r>
            <a:r>
              <a:rPr lang="ru-RU" sz="1500" dirty="0" err="1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низкоранговая</a:t>
            </a:r>
            <a:r>
              <a:rPr lang="ru-RU" sz="15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 структура помогает ограничивать влияние шумных и вредоносных сообщений. В качестве обоснования приводятся исследования, показывающие повышенную устойчивость </a:t>
            </a:r>
            <a:r>
              <a:rPr lang="ru-RU" sz="1500" dirty="0" err="1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низкоранговых</a:t>
            </a:r>
            <a:r>
              <a:rPr lang="ru-RU" sz="15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 графов к сетевым атакам.</a:t>
            </a:r>
            <a:endParaRPr lang="en-US" sz="1500" dirty="0"/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300344AA-C335-6060-543A-A141304D22ED}"/>
              </a:ext>
            </a:extLst>
          </p:cNvPr>
          <p:cNvSpPr/>
          <p:nvPr/>
        </p:nvSpPr>
        <p:spPr>
          <a:xfrm>
            <a:off x="609585" y="4725804"/>
            <a:ext cx="5486263" cy="181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ru-RU" sz="1400" kern="100" spc="132" dirty="0">
                <a:solidFill>
                  <a:srgbClr val="B0391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03 — Практическая оптимизация</a:t>
            </a:r>
            <a:endParaRPr lang="en-US" sz="1400" dirty="0"/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4C1694D6-98F0-279A-C047-07DA170B29C4}"/>
              </a:ext>
            </a:extLst>
          </p:cNvPr>
          <p:cNvSpPr/>
          <p:nvPr/>
        </p:nvSpPr>
        <p:spPr>
          <a:xfrm>
            <a:off x="609585" y="5072166"/>
            <a:ext cx="7089073" cy="979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ru-RU" sz="15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Напрямую минимизировать ранг матрицы вычислительно сложно. Поэтому авторы предлагают заменить его </a:t>
            </a:r>
            <a:r>
              <a:rPr lang="ru-RU" sz="1500" dirty="0" err="1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nuclear</a:t>
            </a:r>
            <a:r>
              <a:rPr lang="ru-RU" sz="15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 </a:t>
            </a:r>
            <a:r>
              <a:rPr lang="ru-RU" sz="1500" dirty="0" err="1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norm</a:t>
            </a:r>
            <a:r>
              <a:rPr lang="ru-RU" sz="15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 — суммой сингулярных значений, служащей непрерывной альтернативой ранговому штрафу.</a:t>
            </a:r>
            <a:endParaRPr lang="en-US" sz="1500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23DB79A8-AF46-27DC-E70E-3E0B9A39C4EA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3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20087" y="5072166"/>
            <a:ext cx="3439005" cy="9335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6584"/>
            <a:ext cx="11582110" cy="375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kern="100" spc="132" dirty="0">
                <a:solidFill>
                  <a:srgbClr val="4D5D6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PRUNING КОММУНИКАЦИЙ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92516"/>
            <a:ext cx="10972526" cy="737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600" kern="100" spc="-26" dirty="0">
                <a:solidFill>
                  <a:srgbClr val="14243A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От обученных весов
к разреженному графу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09585" y="2842148"/>
            <a:ext cx="8687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B23A1C"/>
                </a:solidFill>
                <a:latin typeface="Mulish SemiBold" pitchFamily="34" charset="0"/>
                <a:ea typeface="Mulish SemiBold" pitchFamily="34" charset="-122"/>
                <a:cs typeface="Mulish SemiBold" pitchFamily="34" charset="-120"/>
              </a:rPr>
              <a:t>01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09585" y="3144368"/>
            <a:ext cx="2514537" cy="19050"/>
          </a:xfrm>
          <a:prstGeom prst="rect">
            <a:avLst/>
          </a:prstGeom>
          <a:solidFill>
            <a:srgbClr val="B23A1C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3304329"/>
            <a:ext cx="2514537" cy="29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4243A"/>
                </a:solidFill>
                <a:latin typeface="Mulish SemiBold" pitchFamily="34" charset="0"/>
                <a:ea typeface="Mulish SemiBold" pitchFamily="34" charset="-122"/>
                <a:cs typeface="Mulish SemiBold" pitchFamily="34" charset="-120"/>
              </a:rPr>
              <a:t>Веса связей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585" y="3748015"/>
            <a:ext cx="2514537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После оптимизации каждое допустимое ребро имеет обучаемый логит: чем он больше, тем выше предпочтительность включения.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28914" y="2842148"/>
            <a:ext cx="8687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B23A1C"/>
                </a:solidFill>
                <a:latin typeface="Mulish SemiBold" pitchFamily="34" charset="0"/>
                <a:ea typeface="Mulish SemiBold" pitchFamily="34" charset="-122"/>
                <a:cs typeface="Mulish SemiBold" pitchFamily="34" charset="-120"/>
              </a:rPr>
              <a:t>02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428914" y="3144368"/>
            <a:ext cx="2514537" cy="19050"/>
          </a:xfrm>
          <a:prstGeom prst="rect">
            <a:avLst/>
          </a:prstGeom>
          <a:solidFill>
            <a:srgbClr val="B23A1C"/>
          </a:solidFill>
          <a:ln/>
        </p:spPr>
      </p:sp>
      <p:sp>
        <p:nvSpPr>
          <p:cNvPr id="10" name="Text 8"/>
          <p:cNvSpPr/>
          <p:nvPr/>
        </p:nvSpPr>
        <p:spPr>
          <a:xfrm>
            <a:off x="3428914" y="3304329"/>
            <a:ext cx="2514537" cy="29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4243A"/>
                </a:solidFill>
                <a:latin typeface="Mulish SemiBold" pitchFamily="34" charset="0"/>
                <a:ea typeface="Mulish SemiBold" pitchFamily="34" charset="-122"/>
                <a:cs typeface="Mulish SemiBold" pitchFamily="34" charset="-120"/>
              </a:rPr>
              <a:t>Top-K selection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28914" y="3748015"/>
            <a:ext cx="2514537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Задаётся pruning ratio. Сохраняем наиболее весомые связи, остальные исключаем из матриц смежности.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48244" y="2842148"/>
            <a:ext cx="8687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B23A1C"/>
                </a:solidFill>
                <a:latin typeface="Mulish SemiBold" pitchFamily="34" charset="0"/>
                <a:ea typeface="Mulish SemiBold" pitchFamily="34" charset="-122"/>
                <a:cs typeface="Mulish SemiBold" pitchFamily="34" charset="-120"/>
              </a:rPr>
              <a:t>03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248244" y="3144368"/>
            <a:ext cx="2514537" cy="19050"/>
          </a:xfrm>
          <a:prstGeom prst="rect">
            <a:avLst/>
          </a:prstGeom>
          <a:solidFill>
            <a:srgbClr val="B23A1C"/>
          </a:solidFill>
          <a:ln/>
        </p:spPr>
      </p:sp>
      <p:sp>
        <p:nvSpPr>
          <p:cNvPr id="14" name="Text 12"/>
          <p:cNvSpPr/>
          <p:nvPr/>
        </p:nvSpPr>
        <p:spPr>
          <a:xfrm>
            <a:off x="6248244" y="3304329"/>
            <a:ext cx="2514537" cy="29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ru-RU" sz="1800" dirty="0">
                <a:solidFill>
                  <a:srgbClr val="14243A"/>
                </a:solidFill>
                <a:latin typeface="Mulish SemiBold" pitchFamily="34" charset="0"/>
                <a:ea typeface="Mulish SemiBold" pitchFamily="34" charset="-122"/>
                <a:cs typeface="Mulish SemiBold" pitchFamily="34" charset="-120"/>
              </a:rPr>
              <a:t>Обновленный</a:t>
            </a:r>
            <a:r>
              <a:rPr lang="en-US" sz="1800" dirty="0">
                <a:solidFill>
                  <a:srgbClr val="14243A"/>
                </a:solidFill>
                <a:latin typeface="Mulish SemiBold" pitchFamily="34" charset="0"/>
                <a:ea typeface="Mulish SemiBold" pitchFamily="34" charset="-122"/>
                <a:cs typeface="Mulish SemiBold" pitchFamily="34" charset="-120"/>
              </a:rPr>
              <a:t> граф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48244" y="3748015"/>
            <a:ext cx="2514537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После pruning MAS выполняет меньше передач сообщений и уменьшает входной контекст агентов.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067573" y="2842148"/>
            <a:ext cx="868738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700" dirty="0">
                <a:solidFill>
                  <a:srgbClr val="B23A1C"/>
                </a:solidFill>
                <a:latin typeface="Mulish SemiBold" pitchFamily="34" charset="0"/>
                <a:ea typeface="Mulish SemiBold" pitchFamily="34" charset="-122"/>
                <a:cs typeface="Mulish SemiBold" pitchFamily="34" charset="-120"/>
              </a:rPr>
              <a:t>04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067573" y="3144368"/>
            <a:ext cx="2514537" cy="19050"/>
          </a:xfrm>
          <a:prstGeom prst="rect">
            <a:avLst/>
          </a:prstGeom>
          <a:solidFill>
            <a:srgbClr val="B23A1C"/>
          </a:solidFill>
          <a:ln/>
        </p:spPr>
      </p:sp>
      <p:sp>
        <p:nvSpPr>
          <p:cNvPr id="18" name="Text 16"/>
          <p:cNvSpPr/>
          <p:nvPr/>
        </p:nvSpPr>
        <p:spPr>
          <a:xfrm>
            <a:off x="9067573" y="3304329"/>
            <a:ext cx="2514537" cy="29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14243A"/>
                </a:solidFill>
                <a:latin typeface="Mulish SemiBold" pitchFamily="34" charset="0"/>
                <a:ea typeface="Mulish SemiBold" pitchFamily="34" charset="-122"/>
                <a:cs typeface="Mulish SemiBold" pitchFamily="34" charset="-120"/>
              </a:rPr>
              <a:t>Нюанс реализации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067573" y="3748015"/>
            <a:ext cx="2514537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14243A"/>
                </a:solidFill>
                <a:latin typeface="Mulish" pitchFamily="34" charset="0"/>
                <a:ea typeface="Mulish" pitchFamily="34" charset="-122"/>
                <a:cs typeface="Mulish" pitchFamily="34" charset="-120"/>
              </a:rPr>
              <a:t>В коде pruning вызывается периодически, а не строго однократно, как описано в статье.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21792" y="6428232"/>
            <a:ext cx="10972800" cy="22860"/>
          </a:xfrm>
          <a:prstGeom prst="rect">
            <a:avLst/>
          </a:prstGeom>
          <a:solidFill>
            <a:srgbClr val="EAED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682496"/>
            <a:ext cx="10972800" cy="53707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300"/>
              </a:spcAft>
              <a:defRPr sz="1800" b="0">
                <a:solidFill>
                  <a:srgbClr val="576A7D"/>
                </a:solidFill>
                <a:latin typeface="Arial"/>
              </a:defRPr>
            </a:pPr>
            <a:r>
              <a:rPr lang="en-US" sz="1500" dirty="0">
                <a:latin typeface="Mulish" panose="020B0604020202020204" charset="-52"/>
              </a:rPr>
              <a:t>- </a:t>
            </a:r>
            <a:r>
              <a:rPr sz="1500" dirty="0" err="1">
                <a:latin typeface="Mulish" panose="020B0604020202020204" charset="-52"/>
              </a:rPr>
              <a:t>Три</a:t>
            </a:r>
            <a:r>
              <a:rPr sz="1500" dirty="0">
                <a:latin typeface="Mulish" panose="020B0604020202020204" charset="-52"/>
              </a:rPr>
              <a:t> </a:t>
            </a:r>
            <a:r>
              <a:rPr sz="1500" dirty="0" err="1">
                <a:latin typeface="Mulish" panose="020B0604020202020204" charset="-52"/>
              </a:rPr>
              <a:t>группы</a:t>
            </a:r>
            <a:r>
              <a:rPr sz="1500" dirty="0">
                <a:latin typeface="Mulish" panose="020B0604020202020204" charset="-52"/>
              </a:rPr>
              <a:t> </a:t>
            </a:r>
            <a:r>
              <a:rPr sz="1500" dirty="0" err="1">
                <a:latin typeface="Mulish" panose="020B0604020202020204" charset="-52"/>
              </a:rPr>
              <a:t>задач</a:t>
            </a:r>
            <a:endParaRPr lang="en-US" sz="1500" dirty="0">
              <a:latin typeface="Mulish" panose="020B0604020202020204" charset="-52"/>
            </a:endParaRPr>
          </a:p>
          <a:p>
            <a:pPr>
              <a:spcAft>
                <a:spcPts val="300"/>
              </a:spcAft>
              <a:defRPr sz="1800" b="0">
                <a:solidFill>
                  <a:srgbClr val="576A7D"/>
                </a:solidFill>
                <a:latin typeface="Arial"/>
              </a:defRPr>
            </a:pPr>
            <a:r>
              <a:rPr lang="en-US" sz="1500" dirty="0">
                <a:latin typeface="Mulish" panose="020B0604020202020204" charset="-52"/>
              </a:rPr>
              <a:t>- </a:t>
            </a:r>
            <a:r>
              <a:rPr lang="ru-RU" sz="1500" dirty="0">
                <a:latin typeface="Mulish" panose="020B0604020202020204" charset="-52"/>
              </a:rPr>
              <a:t>И</a:t>
            </a:r>
            <a:r>
              <a:rPr sz="1500" dirty="0" err="1">
                <a:latin typeface="Mulish" panose="020B0604020202020204" charset="-52"/>
              </a:rPr>
              <a:t>сходные</a:t>
            </a:r>
            <a:r>
              <a:rPr sz="1500" dirty="0">
                <a:latin typeface="Mulish" panose="020B0604020202020204" charset="-52"/>
              </a:rPr>
              <a:t> MAS </a:t>
            </a:r>
            <a:r>
              <a:rPr sz="1500" dirty="0" err="1">
                <a:latin typeface="Mulish" panose="020B0604020202020204" charset="-52"/>
              </a:rPr>
              <a:t>против</a:t>
            </a:r>
            <a:r>
              <a:rPr sz="1500" dirty="0">
                <a:latin typeface="Mulish" panose="020B0604020202020204" charset="-52"/>
              </a:rPr>
              <a:t> MAS + </a:t>
            </a:r>
            <a:r>
              <a:rPr sz="1500" dirty="0" err="1">
                <a:latin typeface="Mulish" panose="020B0604020202020204" charset="-52"/>
              </a:rPr>
              <a:t>AgentPrune</a:t>
            </a:r>
            <a:endParaRPr sz="1500" dirty="0">
              <a:latin typeface="Mulish" panose="020B0604020202020204" charset="-5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21792" y="2423160"/>
            <a:ext cx="3575304" cy="1828800"/>
          </a:xfrm>
          <a:prstGeom prst="roundRect">
            <a:avLst>
              <a:gd name="adj" fmla="val 8019"/>
            </a:avLst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1792" y="2423160"/>
            <a:ext cx="68580" cy="1828800"/>
          </a:xfrm>
          <a:prstGeom prst="rect">
            <a:avLst/>
          </a:prstGeom>
          <a:solidFill>
            <a:srgbClr val="D36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633472"/>
            <a:ext cx="3154680" cy="29854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152B45"/>
                </a:solidFill>
                <a:latin typeface="Arial"/>
              </a:defRPr>
            </a:pPr>
            <a:r>
              <a:rPr dirty="0">
                <a:latin typeface="Russo One" panose="020B0604020202020204" charset="0"/>
              </a:rPr>
              <a:t>MMLU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91256"/>
            <a:ext cx="3136392" cy="25237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D36B32"/>
                </a:solidFill>
                <a:latin typeface="Arial"/>
              </a:defRPr>
            </a:pPr>
            <a:r>
              <a:rPr dirty="0" err="1">
                <a:latin typeface="Russo One" panose="020B0604020202020204" charset="0"/>
              </a:rPr>
              <a:t>Знания</a:t>
            </a:r>
            <a:r>
              <a:rPr dirty="0">
                <a:latin typeface="Russo One" panose="020B0604020202020204" charset="0"/>
              </a:rPr>
              <a:t> и </a:t>
            </a:r>
            <a:r>
              <a:rPr dirty="0" err="1">
                <a:latin typeface="Russo One" panose="020B0604020202020204" charset="0"/>
              </a:rPr>
              <a:t>рассуждения</a:t>
            </a:r>
            <a:endParaRPr dirty="0">
              <a:latin typeface="Russo One" panose="020B060402020202020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3611880"/>
            <a:ext cx="3145536" cy="4678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76A7D"/>
                </a:solidFill>
                <a:latin typeface="Arial"/>
              </a:defRPr>
            </a:pPr>
            <a:r>
              <a:rPr dirty="0" err="1">
                <a:latin typeface="Mulish" panose="020B0604020202020204" charset="-52"/>
              </a:rPr>
              <a:t>Точность</a:t>
            </a:r>
            <a:r>
              <a:rPr dirty="0">
                <a:latin typeface="Mulish" panose="020B0604020202020204" charset="-52"/>
              </a:rPr>
              <a:t> </a:t>
            </a:r>
            <a:r>
              <a:rPr dirty="0" err="1">
                <a:latin typeface="Mulish" panose="020B0604020202020204" charset="-52"/>
              </a:rPr>
              <a:t>ответов</a:t>
            </a:r>
            <a:r>
              <a:rPr dirty="0">
                <a:latin typeface="Mulish" panose="020B0604020202020204" charset="-52"/>
              </a:rPr>
              <a:t> </a:t>
            </a:r>
            <a:r>
              <a:rPr dirty="0" err="1">
                <a:latin typeface="Mulish" panose="020B0604020202020204" charset="-52"/>
              </a:rPr>
              <a:t>на</a:t>
            </a:r>
            <a:r>
              <a:rPr dirty="0">
                <a:latin typeface="Mulish" panose="020B0604020202020204" charset="-52"/>
              </a:rPr>
              <a:t> </a:t>
            </a:r>
            <a:r>
              <a:rPr dirty="0" err="1">
                <a:latin typeface="Mulish" panose="020B0604020202020204" charset="-52"/>
              </a:rPr>
              <a:t>вопросы</a:t>
            </a:r>
            <a:r>
              <a:rPr dirty="0">
                <a:latin typeface="Mulish" panose="020B0604020202020204" charset="-52"/>
              </a:rPr>
              <a:t> </a:t>
            </a:r>
            <a:r>
              <a:rPr dirty="0" err="1">
                <a:latin typeface="Mulish" panose="020B0604020202020204" charset="-52"/>
              </a:rPr>
              <a:t>из</a:t>
            </a:r>
            <a:r>
              <a:rPr dirty="0">
                <a:latin typeface="Mulish" panose="020B0604020202020204" charset="-52"/>
              </a:rPr>
              <a:t> </a:t>
            </a:r>
            <a:r>
              <a:rPr dirty="0" err="1">
                <a:latin typeface="Mulish" panose="020B0604020202020204" charset="-52"/>
              </a:rPr>
              <a:t>разных</a:t>
            </a:r>
            <a:r>
              <a:rPr dirty="0">
                <a:latin typeface="Mulish" panose="020B0604020202020204" charset="-52"/>
              </a:rPr>
              <a:t> </a:t>
            </a:r>
            <a:r>
              <a:rPr dirty="0" err="1">
                <a:latin typeface="Mulish" panose="020B0604020202020204" charset="-52"/>
              </a:rPr>
              <a:t>дисциплин</a:t>
            </a:r>
            <a:r>
              <a:rPr dirty="0">
                <a:latin typeface="Mulish" panose="020B0604020202020204" charset="-52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423160"/>
            <a:ext cx="3575304" cy="1828800"/>
          </a:xfrm>
          <a:prstGeom prst="roundRect">
            <a:avLst>
              <a:gd name="adj" fmla="val 8176"/>
            </a:avLst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2423160"/>
            <a:ext cx="68580" cy="1828800"/>
          </a:xfrm>
          <a:prstGeom prst="rect">
            <a:avLst/>
          </a:prstGeom>
          <a:solidFill>
            <a:srgbClr val="D36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36007" y="2633472"/>
            <a:ext cx="3154680" cy="4678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152B45"/>
                </a:solidFill>
                <a:latin typeface="Arial"/>
              </a:defRPr>
            </a:pPr>
            <a:r>
              <a:rPr dirty="0">
                <a:latin typeface="Russo One" panose="020B0604020202020204" charset="0"/>
              </a:rPr>
              <a:t>GSM8K / MultiArith / SVAMP / </a:t>
            </a:r>
            <a:r>
              <a:rPr dirty="0" err="1">
                <a:latin typeface="Russo One" panose="020B0604020202020204" charset="0"/>
              </a:rPr>
              <a:t>AQuA</a:t>
            </a:r>
            <a:endParaRPr dirty="0">
              <a:latin typeface="Russo One" panose="020B060402020202020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36007" y="3191256"/>
            <a:ext cx="3136392" cy="25237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D36B32"/>
                </a:solidFill>
                <a:latin typeface="Arial"/>
              </a:defRPr>
            </a:pPr>
            <a:r>
              <a:rPr dirty="0" err="1">
                <a:latin typeface="Russo One" panose="020B0604020202020204" charset="0"/>
              </a:rPr>
              <a:t>Математическое</a:t>
            </a:r>
            <a:r>
              <a:rPr dirty="0">
                <a:latin typeface="Russo One" panose="020B0604020202020204" charset="0"/>
              </a:rPr>
              <a:t> </a:t>
            </a:r>
            <a:r>
              <a:rPr dirty="0" err="1">
                <a:latin typeface="Russo One" panose="020B0604020202020204" charset="0"/>
              </a:rPr>
              <a:t>рассуждение</a:t>
            </a:r>
            <a:endParaRPr dirty="0">
              <a:latin typeface="Russo One" panose="020B060402020202020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36007" y="3611880"/>
            <a:ext cx="3145536" cy="4678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76A7D"/>
                </a:solidFill>
                <a:latin typeface="Arial"/>
              </a:defRPr>
            </a:pPr>
            <a:r>
              <a:rPr dirty="0" err="1">
                <a:latin typeface="Mulish" panose="020B0604020202020204" charset="-52"/>
              </a:rPr>
              <a:t>Правильность</a:t>
            </a:r>
            <a:r>
              <a:rPr dirty="0">
                <a:latin typeface="Mulish" panose="020B0604020202020204" charset="-52"/>
              </a:rPr>
              <a:t> </a:t>
            </a:r>
            <a:r>
              <a:rPr dirty="0" err="1">
                <a:latin typeface="Mulish" panose="020B0604020202020204" charset="-52"/>
              </a:rPr>
              <a:t>итогового</a:t>
            </a:r>
            <a:r>
              <a:rPr dirty="0">
                <a:latin typeface="Mulish" panose="020B0604020202020204" charset="-52"/>
              </a:rPr>
              <a:t> </a:t>
            </a:r>
            <a:r>
              <a:rPr dirty="0" err="1">
                <a:latin typeface="Mulish" panose="020B0604020202020204" charset="-52"/>
              </a:rPr>
              <a:t>числового</a:t>
            </a:r>
            <a:r>
              <a:rPr dirty="0">
                <a:latin typeface="Mulish" panose="020B0604020202020204" charset="-52"/>
              </a:rPr>
              <a:t> </a:t>
            </a:r>
            <a:r>
              <a:rPr dirty="0" err="1">
                <a:latin typeface="Mulish" panose="020B0604020202020204" charset="-52"/>
              </a:rPr>
              <a:t>ответа</a:t>
            </a:r>
            <a:r>
              <a:rPr dirty="0">
                <a:latin typeface="Mulish" panose="020B0604020202020204" charset="-52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47888" y="2423160"/>
            <a:ext cx="3575304" cy="1828800"/>
          </a:xfrm>
          <a:prstGeom prst="roundRect">
            <a:avLst>
              <a:gd name="adj" fmla="val 6290"/>
            </a:avLst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47888" y="2423160"/>
            <a:ext cx="68580" cy="1828800"/>
          </a:xfrm>
          <a:prstGeom prst="rect">
            <a:avLst/>
          </a:prstGeom>
          <a:solidFill>
            <a:srgbClr val="D36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49056" y="2633472"/>
            <a:ext cx="3154680" cy="29854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152B45"/>
                </a:solidFill>
                <a:latin typeface="Arial"/>
              </a:defRPr>
            </a:pPr>
            <a:r>
              <a:rPr dirty="0" err="1">
                <a:latin typeface="Russo One" panose="020B0604020202020204" charset="0"/>
              </a:rPr>
              <a:t>HumanEval</a:t>
            </a:r>
            <a:endParaRPr dirty="0">
              <a:latin typeface="Russo One" panose="020B060402020202020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449056" y="3191256"/>
            <a:ext cx="3136392" cy="25237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D36B32"/>
                </a:solidFill>
                <a:latin typeface="Arial"/>
              </a:defRPr>
            </a:pPr>
            <a:r>
              <a:rPr dirty="0" err="1">
                <a:latin typeface="Russo One" panose="020B0604020202020204" charset="0"/>
              </a:rPr>
              <a:t>Генерация</a:t>
            </a:r>
            <a:r>
              <a:rPr dirty="0">
                <a:latin typeface="Russo One" panose="020B0604020202020204" charset="0"/>
              </a:rPr>
              <a:t> </a:t>
            </a:r>
            <a:r>
              <a:rPr dirty="0" err="1">
                <a:latin typeface="Russo One" panose="020B0604020202020204" charset="0"/>
              </a:rPr>
              <a:t>кода</a:t>
            </a:r>
            <a:endParaRPr dirty="0">
              <a:latin typeface="Russo One" panose="020B0604020202020204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449056" y="3611880"/>
            <a:ext cx="3145536" cy="4678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76A7D"/>
                </a:solidFill>
                <a:latin typeface="Arial"/>
              </a:defRPr>
            </a:pPr>
            <a:r>
              <a:rPr dirty="0" err="1">
                <a:latin typeface="Mulish" panose="020B0604020202020204" charset="-52"/>
              </a:rPr>
              <a:t>Доля</a:t>
            </a:r>
            <a:r>
              <a:rPr dirty="0">
                <a:latin typeface="Mulish" panose="020B0604020202020204" charset="-52"/>
              </a:rPr>
              <a:t> </a:t>
            </a:r>
            <a:r>
              <a:rPr dirty="0" err="1">
                <a:latin typeface="Mulish" panose="020B0604020202020204" charset="-52"/>
              </a:rPr>
              <a:t>программ</a:t>
            </a:r>
            <a:r>
              <a:rPr dirty="0">
                <a:latin typeface="Mulish" panose="020B0604020202020204" charset="-52"/>
              </a:rPr>
              <a:t>, </a:t>
            </a:r>
            <a:r>
              <a:rPr dirty="0" err="1">
                <a:latin typeface="Mulish" panose="020B0604020202020204" charset="-52"/>
              </a:rPr>
              <a:t>проходящих</a:t>
            </a:r>
            <a:r>
              <a:rPr dirty="0">
                <a:latin typeface="Mulish" panose="020B0604020202020204" charset="-52"/>
              </a:rPr>
              <a:t> </a:t>
            </a:r>
            <a:r>
              <a:rPr dirty="0" err="1">
                <a:latin typeface="Mulish" panose="020B0604020202020204" charset="-52"/>
              </a:rPr>
              <a:t>автоматические</a:t>
            </a:r>
            <a:r>
              <a:rPr dirty="0">
                <a:latin typeface="Mulish" panose="020B0604020202020204" charset="-52"/>
              </a:rPr>
              <a:t> </a:t>
            </a:r>
            <a:r>
              <a:rPr dirty="0" err="1">
                <a:latin typeface="Mulish" panose="020B0604020202020204" charset="-52"/>
              </a:rPr>
              <a:t>тесты</a:t>
            </a:r>
            <a:r>
              <a:rPr dirty="0">
                <a:latin typeface="Mulish" panose="020B0604020202020204" charset="-52"/>
              </a:rPr>
              <a:t>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" y="4645152"/>
            <a:ext cx="10972800" cy="22860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4873752"/>
            <a:ext cx="3657600" cy="28315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D36B32"/>
                </a:solidFill>
                <a:latin typeface="Arial"/>
              </a:defRPr>
            </a:pPr>
            <a:r>
              <a:rPr sz="1600" dirty="0">
                <a:latin typeface="Russo One" panose="020B0604020202020204" charset="0"/>
              </a:rPr>
              <a:t>СРАВНЕНИЕ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230368"/>
            <a:ext cx="5166360" cy="76790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152B45"/>
                </a:solidFill>
                <a:latin typeface="Arial"/>
              </a:defRPr>
            </a:pPr>
            <a:r>
              <a:rPr dirty="0" err="1">
                <a:latin typeface="Mulish" panose="020B0604020202020204" charset="-52"/>
              </a:rPr>
              <a:t>Базовые</a:t>
            </a:r>
            <a:r>
              <a:rPr dirty="0">
                <a:latin typeface="Mulish" panose="020B0604020202020204" charset="-52"/>
              </a:rPr>
              <a:t> </a:t>
            </a:r>
            <a:r>
              <a:rPr dirty="0" err="1">
                <a:latin typeface="Mulish" panose="020B0604020202020204" charset="-52"/>
              </a:rPr>
              <a:t>топологии</a:t>
            </a:r>
            <a:r>
              <a:rPr dirty="0">
                <a:latin typeface="Mulish" panose="020B0604020202020204" charset="-52"/>
              </a:rPr>
              <a:t>: Chain, Star, Complete, Random, Layered и </a:t>
            </a:r>
            <a:r>
              <a:rPr dirty="0" err="1">
                <a:latin typeface="Mulish" panose="020B0604020202020204" charset="-52"/>
              </a:rPr>
              <a:t>др</a:t>
            </a:r>
            <a:r>
              <a:rPr dirty="0">
                <a:latin typeface="Mulish" panose="020B0604020202020204" charset="-52"/>
              </a:rPr>
              <a:t>.</a:t>
            </a:r>
          </a:p>
          <a:p>
            <a:pPr>
              <a:spcAft>
                <a:spcPts val="300"/>
              </a:spcAft>
              <a:defRPr sz="1500" b="0">
                <a:solidFill>
                  <a:srgbClr val="152B45"/>
                </a:solidFill>
                <a:latin typeface="Arial"/>
              </a:defRPr>
            </a:pPr>
            <a:r>
              <a:rPr dirty="0" err="1">
                <a:latin typeface="Mulish" panose="020B0604020202020204" charset="-52"/>
              </a:rPr>
              <a:t>Также</a:t>
            </a:r>
            <a:r>
              <a:rPr dirty="0">
                <a:latin typeface="Mulish" panose="020B0604020202020204" charset="-52"/>
              </a:rPr>
              <a:t>: </a:t>
            </a:r>
            <a:r>
              <a:rPr dirty="0" err="1">
                <a:latin typeface="Mulish" panose="020B0604020202020204" charset="-52"/>
              </a:rPr>
              <a:t>AutoGen</a:t>
            </a:r>
            <a:r>
              <a:rPr dirty="0">
                <a:latin typeface="Mulish" panose="020B0604020202020204" charset="-52"/>
              </a:rPr>
              <a:t> и </a:t>
            </a:r>
            <a:r>
              <a:rPr dirty="0" err="1">
                <a:latin typeface="Mulish" panose="020B0604020202020204" charset="-52"/>
              </a:rPr>
              <a:t>GPTSwarm</a:t>
            </a:r>
            <a:r>
              <a:rPr dirty="0">
                <a:latin typeface="Mulish" panose="020B0604020202020204" charset="-52"/>
              </a:rPr>
              <a:t> с / </a:t>
            </a:r>
            <a:r>
              <a:rPr dirty="0" err="1">
                <a:latin typeface="Mulish" panose="020B0604020202020204" charset="-52"/>
              </a:rPr>
              <a:t>без</a:t>
            </a:r>
            <a:r>
              <a:rPr dirty="0">
                <a:latin typeface="Mulish" panose="020B0604020202020204" charset="-52"/>
              </a:rPr>
              <a:t> </a:t>
            </a:r>
            <a:r>
              <a:rPr dirty="0" err="1">
                <a:latin typeface="Mulish" panose="020B0604020202020204" charset="-52"/>
              </a:rPr>
              <a:t>AgentPrune</a:t>
            </a:r>
            <a:r>
              <a:rPr dirty="0">
                <a:latin typeface="Mulish" panose="020B0604020202020204" charset="-52"/>
              </a:rPr>
              <a:t>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873752"/>
            <a:ext cx="3657600" cy="28315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D36B32"/>
                </a:solidFill>
                <a:latin typeface="Arial"/>
              </a:defRPr>
            </a:pPr>
            <a:r>
              <a:rPr sz="1600" dirty="0">
                <a:latin typeface="Russo One" panose="020B0604020202020204" charset="0"/>
              </a:rPr>
              <a:t>МЕТРИКИ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5230368"/>
            <a:ext cx="5166360" cy="53707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152B45"/>
                </a:solidFill>
                <a:latin typeface="Arial"/>
              </a:defRPr>
            </a:pPr>
            <a:r>
              <a:rPr dirty="0">
                <a:latin typeface="Mulish" panose="020B0604020202020204" charset="-52"/>
              </a:rPr>
              <a:t>Accuracy / pass rate   ·   Prompt tokens</a:t>
            </a:r>
          </a:p>
          <a:p>
            <a:pPr>
              <a:spcAft>
                <a:spcPts val="300"/>
              </a:spcAft>
              <a:defRPr sz="1500" b="0">
                <a:solidFill>
                  <a:srgbClr val="152B45"/>
                </a:solidFill>
                <a:latin typeface="Arial"/>
              </a:defRPr>
            </a:pPr>
            <a:r>
              <a:rPr dirty="0">
                <a:latin typeface="Mulish" panose="020B0604020202020204" charset="-52"/>
              </a:rPr>
              <a:t>Completion tokens   ·   </a:t>
            </a:r>
            <a:r>
              <a:rPr dirty="0" err="1">
                <a:latin typeface="Mulish" panose="020B0604020202020204" charset="-52"/>
              </a:rPr>
              <a:t>Стоимость</a:t>
            </a:r>
            <a:r>
              <a:rPr dirty="0">
                <a:latin typeface="Mulish" panose="020B0604020202020204" charset="-52"/>
              </a:rPr>
              <a:t> </a:t>
            </a:r>
            <a:r>
              <a:rPr dirty="0" err="1">
                <a:latin typeface="Mulish" panose="020B0604020202020204" charset="-52"/>
              </a:rPr>
              <a:t>вызовов</a:t>
            </a:r>
            <a:r>
              <a:rPr dirty="0">
                <a:latin typeface="Mulish" panose="020B0604020202020204" charset="-52"/>
              </a:rPr>
              <a:t> LLM</a:t>
            </a:r>
          </a:p>
        </p:txBody>
      </p:sp>
      <p:sp>
        <p:nvSpPr>
          <p:cNvPr id="31" name="Text 0">
            <a:extLst>
              <a:ext uri="{FF2B5EF4-FFF2-40B4-BE49-F238E27FC236}">
                <a16:creationId xmlns:a16="http://schemas.microsoft.com/office/drawing/2014/main" id="{7E4D876E-B3B1-A7BB-A56F-85294F08F48D}"/>
              </a:ext>
            </a:extLst>
          </p:cNvPr>
          <p:cNvSpPr/>
          <p:nvPr/>
        </p:nvSpPr>
        <p:spPr>
          <a:xfrm>
            <a:off x="609585" y="616584"/>
            <a:ext cx="11582110" cy="375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ru-RU" sz="1100" kern="100" spc="132" dirty="0">
                <a:solidFill>
                  <a:srgbClr val="4D5D6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ЭКСПЕРИМЕНТАЛЬНАЯ ПОСТАНОВКА</a:t>
            </a:r>
          </a:p>
        </p:txBody>
      </p:sp>
      <p:sp>
        <p:nvSpPr>
          <p:cNvPr id="33" name="Text 1">
            <a:extLst>
              <a:ext uri="{FF2B5EF4-FFF2-40B4-BE49-F238E27FC236}">
                <a16:creationId xmlns:a16="http://schemas.microsoft.com/office/drawing/2014/main" id="{65CC9AE3-D755-DE0E-F704-A75661D1F0EF}"/>
              </a:ext>
            </a:extLst>
          </p:cNvPr>
          <p:cNvSpPr/>
          <p:nvPr/>
        </p:nvSpPr>
        <p:spPr>
          <a:xfrm>
            <a:off x="609585" y="892516"/>
            <a:ext cx="10972526" cy="737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ru-RU" sz="2600" kern="100" spc="-26" dirty="0">
                <a:solidFill>
                  <a:srgbClr val="14243A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На чём и как проверяли </a:t>
            </a:r>
            <a:r>
              <a:rPr lang="ru-RU" sz="2600" kern="100" spc="-26" dirty="0" err="1">
                <a:solidFill>
                  <a:srgbClr val="14243A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AgentPrune</a:t>
            </a:r>
            <a:endParaRPr lang="ru-RU" sz="2600" kern="100" spc="-26" dirty="0">
              <a:solidFill>
                <a:srgbClr val="14243A"/>
              </a:solidFill>
              <a:latin typeface="Russo One" pitchFamily="34" charset="0"/>
              <a:ea typeface="Russo One" pitchFamily="34" charset="-122"/>
              <a:cs typeface="Russo One" pitchFamily="34" charset="-12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21792" y="1600200"/>
            <a:ext cx="10972800" cy="29854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576A7D"/>
                </a:solidFill>
                <a:latin typeface="Arial"/>
              </a:defRPr>
            </a:pPr>
            <a:r>
              <a:rPr dirty="0" err="1">
                <a:latin typeface="Mulish" panose="020B0604020202020204" charset="-52"/>
              </a:rPr>
              <a:t>Сравнение</a:t>
            </a:r>
            <a:r>
              <a:rPr dirty="0">
                <a:latin typeface="Mulish" panose="020B0604020202020204" charset="-52"/>
              </a:rPr>
              <a:t> </a:t>
            </a:r>
            <a:r>
              <a:rPr dirty="0" err="1">
                <a:latin typeface="Mulish" panose="020B0604020202020204" charset="-52"/>
              </a:rPr>
              <a:t>одной</a:t>
            </a:r>
            <a:r>
              <a:rPr dirty="0">
                <a:latin typeface="Mulish" panose="020B0604020202020204" charset="-52"/>
              </a:rPr>
              <a:t> и </a:t>
            </a:r>
            <a:r>
              <a:rPr dirty="0" err="1">
                <a:latin typeface="Mulish" panose="020B0604020202020204" charset="-52"/>
              </a:rPr>
              <a:t>той</a:t>
            </a:r>
            <a:r>
              <a:rPr dirty="0">
                <a:latin typeface="Mulish" panose="020B0604020202020204" charset="-52"/>
              </a:rPr>
              <a:t> </a:t>
            </a:r>
            <a:r>
              <a:rPr dirty="0" err="1">
                <a:latin typeface="Mulish" panose="020B0604020202020204" charset="-52"/>
              </a:rPr>
              <a:t>же</a:t>
            </a:r>
            <a:r>
              <a:rPr dirty="0">
                <a:latin typeface="Mulish" panose="020B0604020202020204" charset="-52"/>
              </a:rPr>
              <a:t> </a:t>
            </a:r>
            <a:r>
              <a:rPr dirty="0" err="1">
                <a:latin typeface="Mulish" panose="020B0604020202020204" charset="-52"/>
              </a:rPr>
              <a:t>мультиагентной</a:t>
            </a:r>
            <a:r>
              <a:rPr dirty="0">
                <a:latin typeface="Mulish" panose="020B0604020202020204" charset="-52"/>
              </a:rPr>
              <a:t> </a:t>
            </a:r>
            <a:r>
              <a:rPr dirty="0" err="1">
                <a:latin typeface="Mulish" panose="020B0604020202020204" charset="-52"/>
              </a:rPr>
              <a:t>системы</a:t>
            </a:r>
            <a:r>
              <a:rPr dirty="0">
                <a:latin typeface="Mulish" panose="020B0604020202020204" charset="-52"/>
              </a:rPr>
              <a:t> </a:t>
            </a:r>
            <a:r>
              <a:rPr dirty="0" err="1">
                <a:latin typeface="Mulish" panose="020B0604020202020204" charset="-52"/>
              </a:rPr>
              <a:t>до</a:t>
            </a:r>
            <a:r>
              <a:rPr dirty="0">
                <a:latin typeface="Mulish" panose="020B0604020202020204" charset="-52"/>
              </a:rPr>
              <a:t> и </a:t>
            </a:r>
            <a:r>
              <a:rPr dirty="0" err="1">
                <a:latin typeface="Mulish" panose="020B0604020202020204" charset="-52"/>
              </a:rPr>
              <a:t>после</a:t>
            </a:r>
            <a:r>
              <a:rPr dirty="0">
                <a:latin typeface="Mulish" panose="020B0604020202020204" charset="-52"/>
              </a:rPr>
              <a:t> </a:t>
            </a:r>
            <a:r>
              <a:rPr dirty="0" err="1">
                <a:latin typeface="Mulish" panose="020B0604020202020204" charset="-52"/>
              </a:rPr>
              <a:t>оптимизации</a:t>
            </a:r>
            <a:r>
              <a:rPr dirty="0">
                <a:latin typeface="Mulish" panose="020B0604020202020204" charset="-52"/>
              </a:rPr>
              <a:t> </a:t>
            </a:r>
            <a:r>
              <a:rPr dirty="0" err="1">
                <a:latin typeface="Mulish" panose="020B0604020202020204" charset="-52"/>
              </a:rPr>
              <a:t>связей</a:t>
            </a:r>
            <a:endParaRPr dirty="0">
              <a:latin typeface="Mulish" panose="020B0604020202020204" charset="-5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21792" y="2148840"/>
            <a:ext cx="3575304" cy="2944368"/>
          </a:xfrm>
          <a:prstGeom prst="roundRect">
            <a:avLst>
              <a:gd name="adj" fmla="val 7878"/>
            </a:avLst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386584"/>
            <a:ext cx="3218688" cy="25237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576A7D"/>
                </a:solidFill>
                <a:latin typeface="Arial"/>
              </a:defRPr>
            </a:pPr>
            <a:r>
              <a:rPr dirty="0">
                <a:latin typeface="Russo One" panose="020B0604020202020204" charset="0"/>
              </a:rPr>
              <a:t>ТОЧНОСТЬ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43784"/>
            <a:ext cx="3227832" cy="26776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576A7D"/>
                </a:solidFill>
                <a:latin typeface="Arial"/>
              </a:defRPr>
            </a:pPr>
            <a:r>
              <a:rPr dirty="0" err="1">
                <a:latin typeface="Mulish" panose="020B0604020202020204" charset="-52"/>
              </a:rPr>
              <a:t>До</a:t>
            </a:r>
            <a:endParaRPr dirty="0">
              <a:latin typeface="Mulish" panose="020B0604020202020204" charset="-5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82495" y="2825496"/>
            <a:ext cx="2286000" cy="37548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152B45"/>
                </a:solidFill>
                <a:latin typeface="Arial"/>
              </a:defRPr>
            </a:pPr>
            <a:r>
              <a:rPr dirty="0">
                <a:latin typeface="Mulish" panose="020B0604020202020204" charset="-52"/>
              </a:rPr>
              <a:t>89,74%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01568"/>
            <a:ext cx="3227832" cy="26776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576A7D"/>
                </a:solidFill>
                <a:latin typeface="Arial"/>
              </a:defRPr>
            </a:pPr>
            <a:r>
              <a:rPr>
                <a:latin typeface="Mulish" panose="020B0604020202020204" charset="-52"/>
              </a:rPr>
              <a:t>После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82495" y="3374136"/>
            <a:ext cx="2286000" cy="42165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D36B32"/>
                </a:solidFill>
                <a:latin typeface="Arial"/>
              </a:defRPr>
            </a:pPr>
            <a:r>
              <a:rPr dirty="0">
                <a:latin typeface="Mulish" panose="020B0604020202020204" charset="-52"/>
              </a:rPr>
              <a:t>90,58%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050791"/>
            <a:ext cx="3145536" cy="22860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ulish" panose="020B0604020202020204" charset="-5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2960" y="4306824"/>
            <a:ext cx="3108960" cy="4023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23886B"/>
                </a:solidFill>
                <a:latin typeface="Arial"/>
              </a:defRPr>
            </a:pPr>
            <a:r>
              <a:rPr dirty="0"/>
              <a:t>+0,84 </a:t>
            </a:r>
            <a:r>
              <a:rPr dirty="0" err="1"/>
              <a:t>п.п</a:t>
            </a:r>
            <a:r>
              <a:rPr dirty="0"/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43983" y="2148840"/>
            <a:ext cx="3575304" cy="2944368"/>
          </a:xfrm>
          <a:prstGeom prst="roundRect">
            <a:avLst>
              <a:gd name="adj" fmla="val 6706"/>
            </a:avLst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45151" y="2386584"/>
            <a:ext cx="3218688" cy="25237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576A7D"/>
                </a:solidFill>
                <a:latin typeface="Arial"/>
              </a:defRPr>
            </a:pPr>
            <a:r>
              <a:rPr dirty="0">
                <a:latin typeface="Russo One" panose="020B0604020202020204" charset="0"/>
              </a:rPr>
              <a:t>PROMPT TOKENS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1" y="2843784"/>
            <a:ext cx="3227832" cy="26776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576A7D"/>
                </a:solidFill>
                <a:latin typeface="Arial"/>
              </a:defRPr>
            </a:pPr>
            <a:r>
              <a:rPr>
                <a:latin typeface="Mulish" panose="020B0604020202020204" charset="-52"/>
              </a:rPr>
              <a:t>До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04688" y="2825496"/>
            <a:ext cx="2286000" cy="37548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152B45"/>
                </a:solidFill>
                <a:latin typeface="Arial"/>
              </a:defRPr>
            </a:pPr>
            <a:r>
              <a:rPr dirty="0">
                <a:latin typeface="Mulish" panose="020B0604020202020204" charset="-52"/>
              </a:rPr>
              <a:t>14,01 </a:t>
            </a:r>
            <a:r>
              <a:rPr dirty="0" err="1">
                <a:latin typeface="Mulish" panose="020B0604020202020204" charset="-52"/>
              </a:rPr>
              <a:t>млн</a:t>
            </a:r>
            <a:endParaRPr dirty="0">
              <a:latin typeface="Mulish" panose="020B0604020202020204" charset="-5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645151" y="3401568"/>
            <a:ext cx="3227832" cy="26776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576A7D"/>
                </a:solidFill>
                <a:latin typeface="Arial"/>
              </a:defRPr>
            </a:pPr>
            <a:r>
              <a:rPr>
                <a:latin typeface="Mulish" panose="020B0604020202020204" charset="-52"/>
              </a:rPr>
              <a:t>После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04688" y="3374136"/>
            <a:ext cx="2286000" cy="42165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D36B32"/>
                </a:solidFill>
                <a:latin typeface="Arial"/>
              </a:defRPr>
            </a:pPr>
            <a:r>
              <a:rPr>
                <a:latin typeface="Mulish" panose="020B0604020202020204" charset="-52"/>
              </a:rPr>
              <a:t>3,53 млн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45151" y="4050791"/>
            <a:ext cx="3145536" cy="22860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ulish" panose="020B0604020202020204" charset="-5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645151" y="4306824"/>
            <a:ext cx="3108960" cy="4023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23886B"/>
                </a:solidFill>
                <a:latin typeface="Arial"/>
              </a:defRPr>
            </a:pPr>
            <a:r>
              <a:t>−74,8%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66175" y="2148840"/>
            <a:ext cx="3575304" cy="2944368"/>
          </a:xfrm>
          <a:prstGeom prst="roundRect">
            <a:avLst>
              <a:gd name="adj" fmla="val 6999"/>
            </a:avLst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67344" y="2386584"/>
            <a:ext cx="3218688" cy="25237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576A7D"/>
                </a:solidFill>
                <a:latin typeface="Arial"/>
              </a:defRPr>
            </a:pPr>
            <a:r>
              <a:rPr dirty="0">
                <a:latin typeface="Russo One" panose="020B0604020202020204" charset="0"/>
              </a:rPr>
              <a:t>СТОИМОСТЬ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7344" y="2843784"/>
            <a:ext cx="3227832" cy="26776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576A7D"/>
                </a:solidFill>
                <a:latin typeface="Arial"/>
              </a:defRPr>
            </a:pPr>
            <a:r>
              <a:rPr>
                <a:latin typeface="Mulish" panose="020B0604020202020204" charset="-52"/>
              </a:rPr>
              <a:t>До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2825496"/>
            <a:ext cx="2286000" cy="37548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152B45"/>
                </a:solidFill>
                <a:latin typeface="Arial"/>
              </a:defRPr>
            </a:pPr>
            <a:r>
              <a:rPr>
                <a:latin typeface="Mulish" panose="020B0604020202020204" charset="-52"/>
              </a:rPr>
              <a:t>$234,76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67344" y="3401568"/>
            <a:ext cx="3227832" cy="26776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300"/>
              </a:spcAft>
              <a:defRPr sz="1500" b="0">
                <a:solidFill>
                  <a:srgbClr val="576A7D"/>
                </a:solidFill>
                <a:latin typeface="Arial"/>
              </a:defRPr>
            </a:pPr>
            <a:r>
              <a:rPr>
                <a:latin typeface="Mulish" panose="020B0604020202020204" charset="-52"/>
              </a:rPr>
              <a:t>После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3374136"/>
            <a:ext cx="2286000" cy="42165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D36B32"/>
                </a:solidFill>
                <a:latin typeface="Arial"/>
              </a:defRPr>
            </a:pPr>
            <a:r>
              <a:rPr>
                <a:latin typeface="Mulish" panose="020B0604020202020204" charset="-52"/>
              </a:rPr>
              <a:t>$57,17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67344" y="4050791"/>
            <a:ext cx="3145536" cy="22860"/>
          </a:xfrm>
          <a:prstGeom prst="rect">
            <a:avLst/>
          </a:prstGeom>
          <a:solidFill>
            <a:srgbClr val="DE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Mulish" panose="020B0604020202020204" charset="-5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467344" y="4306824"/>
            <a:ext cx="3108960" cy="40233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23886B"/>
                </a:solidFill>
                <a:latin typeface="Arial"/>
              </a:defRPr>
            </a:pPr>
            <a:r>
              <a:t>−75,6%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3" y="5788152"/>
            <a:ext cx="10552176" cy="560153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152B45"/>
                </a:solidFill>
                <a:latin typeface="Arial"/>
              </a:defRPr>
            </a:pPr>
            <a:r>
              <a:rPr dirty="0" err="1">
                <a:latin typeface="Mulish" panose="020B0604020202020204" charset="-52"/>
              </a:rPr>
              <a:t>AgentPrune</a:t>
            </a:r>
            <a:r>
              <a:rPr dirty="0">
                <a:latin typeface="Mulish" panose="020B0604020202020204" charset="-52"/>
              </a:rPr>
              <a:t> </a:t>
            </a:r>
            <a:r>
              <a:rPr dirty="0" err="1">
                <a:latin typeface="Mulish" panose="020B0604020202020204" charset="-52"/>
              </a:rPr>
              <a:t>сокращает</a:t>
            </a:r>
            <a:r>
              <a:rPr dirty="0">
                <a:latin typeface="Mulish" panose="020B0604020202020204" charset="-52"/>
              </a:rPr>
              <a:t> </a:t>
            </a:r>
            <a:r>
              <a:rPr dirty="0" err="1">
                <a:latin typeface="Mulish" panose="020B0604020202020204" charset="-52"/>
              </a:rPr>
              <a:t>прежде</a:t>
            </a:r>
            <a:r>
              <a:rPr dirty="0">
                <a:latin typeface="Mulish" panose="020B0604020202020204" charset="-52"/>
              </a:rPr>
              <a:t> </a:t>
            </a:r>
            <a:r>
              <a:rPr dirty="0" err="1">
                <a:latin typeface="Mulish" panose="020B0604020202020204" charset="-52"/>
              </a:rPr>
              <a:t>всего</a:t>
            </a:r>
            <a:r>
              <a:rPr dirty="0">
                <a:latin typeface="Mulish" panose="020B0604020202020204" charset="-52"/>
              </a:rPr>
              <a:t> </a:t>
            </a:r>
            <a:r>
              <a:rPr dirty="0" err="1">
                <a:latin typeface="Mulish" panose="020B0604020202020204" charset="-52"/>
              </a:rPr>
              <a:t>входной</a:t>
            </a:r>
            <a:r>
              <a:rPr dirty="0">
                <a:latin typeface="Mulish" panose="020B0604020202020204" charset="-52"/>
              </a:rPr>
              <a:t> </a:t>
            </a:r>
            <a:r>
              <a:rPr dirty="0" err="1">
                <a:latin typeface="Mulish" panose="020B0604020202020204" charset="-52"/>
              </a:rPr>
              <a:t>контекст</a:t>
            </a:r>
            <a:r>
              <a:rPr dirty="0">
                <a:latin typeface="Mulish" panose="020B0604020202020204" charset="-52"/>
              </a:rPr>
              <a:t>; </a:t>
            </a:r>
            <a:r>
              <a:rPr dirty="0" err="1">
                <a:latin typeface="Mulish" panose="020B0604020202020204" charset="-52"/>
              </a:rPr>
              <a:t>рост</a:t>
            </a:r>
            <a:r>
              <a:rPr dirty="0">
                <a:latin typeface="Mulish" panose="020B0604020202020204" charset="-52"/>
              </a:rPr>
              <a:t> accuracy </a:t>
            </a:r>
            <a:r>
              <a:rPr dirty="0" err="1">
                <a:latin typeface="Mulish" panose="020B0604020202020204" charset="-52"/>
              </a:rPr>
              <a:t>здесь</a:t>
            </a:r>
            <a:r>
              <a:rPr dirty="0">
                <a:latin typeface="Mulish" panose="020B0604020202020204" charset="-52"/>
              </a:rPr>
              <a:t> </a:t>
            </a:r>
            <a:r>
              <a:rPr dirty="0" err="1">
                <a:latin typeface="Mulish" panose="020B0604020202020204" charset="-52"/>
              </a:rPr>
              <a:t>небольшой</a:t>
            </a:r>
            <a:r>
              <a:rPr dirty="0">
                <a:latin typeface="Mulish" panose="020B0604020202020204" charset="-52"/>
              </a:rPr>
              <a:t> и </a:t>
            </a:r>
            <a:r>
              <a:rPr lang="ru-RU" dirty="0">
                <a:latin typeface="Mulish" panose="020B0604020202020204" charset="-52"/>
              </a:rPr>
              <a:t>происходит не всегда</a:t>
            </a:r>
            <a:r>
              <a:rPr dirty="0">
                <a:latin typeface="Mulish" panose="020B0604020202020204" charset="-52"/>
              </a:rPr>
              <a:t>.</a:t>
            </a:r>
          </a:p>
        </p:txBody>
      </p:sp>
      <p:sp>
        <p:nvSpPr>
          <p:cNvPr id="34" name="Text 0">
            <a:extLst>
              <a:ext uri="{FF2B5EF4-FFF2-40B4-BE49-F238E27FC236}">
                <a16:creationId xmlns:a16="http://schemas.microsoft.com/office/drawing/2014/main" id="{941A9F35-730B-4ADC-C97F-A262BAE06983}"/>
              </a:ext>
            </a:extLst>
          </p:cNvPr>
          <p:cNvSpPr/>
          <p:nvPr/>
        </p:nvSpPr>
        <p:spPr>
          <a:xfrm>
            <a:off x="609585" y="616584"/>
            <a:ext cx="11582110" cy="375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ru-RU" sz="1100" kern="100" spc="132" dirty="0">
                <a:solidFill>
                  <a:srgbClr val="4D5D6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КАЧЕСТВО И СТОИМОСТЬ</a:t>
            </a:r>
          </a:p>
        </p:txBody>
      </p:sp>
      <p:sp>
        <p:nvSpPr>
          <p:cNvPr id="36" name="Text 1">
            <a:extLst>
              <a:ext uri="{FF2B5EF4-FFF2-40B4-BE49-F238E27FC236}">
                <a16:creationId xmlns:a16="http://schemas.microsoft.com/office/drawing/2014/main" id="{AB738AA8-65F2-DA43-4C66-41FD99AFA3DE}"/>
              </a:ext>
            </a:extLst>
          </p:cNvPr>
          <p:cNvSpPr/>
          <p:nvPr/>
        </p:nvSpPr>
        <p:spPr>
          <a:xfrm>
            <a:off x="609585" y="892516"/>
            <a:ext cx="10972526" cy="737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600" kern="100" spc="-26" dirty="0" err="1">
                <a:solidFill>
                  <a:srgbClr val="14243A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GPTSwarm</a:t>
            </a:r>
            <a:r>
              <a:rPr lang="en-US" sz="2600" kern="100" spc="-26" dirty="0">
                <a:solidFill>
                  <a:srgbClr val="14243A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 + </a:t>
            </a:r>
            <a:r>
              <a:rPr lang="en-US" sz="2600" kern="100" spc="-26" dirty="0" err="1">
                <a:solidFill>
                  <a:srgbClr val="14243A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AgentPrune</a:t>
            </a:r>
            <a:r>
              <a:rPr lang="en-US" sz="2600" kern="100" spc="-26" dirty="0">
                <a:solidFill>
                  <a:srgbClr val="14243A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 </a:t>
            </a:r>
            <a:r>
              <a:rPr lang="ru-RU" sz="2600" kern="100" spc="-26" dirty="0">
                <a:solidFill>
                  <a:srgbClr val="14243A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на </a:t>
            </a:r>
            <a:r>
              <a:rPr lang="en-US" sz="2600" kern="100" spc="-26" dirty="0">
                <a:solidFill>
                  <a:srgbClr val="14243A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GSM8K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621792" y="1728216"/>
            <a:ext cx="5376672" cy="4059936"/>
          </a:xfrm>
          <a:prstGeom prst="roundRect">
            <a:avLst>
              <a:gd name="adj" fmla="val 5406"/>
            </a:avLst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08776" y="1728216"/>
            <a:ext cx="5376672" cy="4059936"/>
          </a:xfrm>
          <a:prstGeom prst="roundRect">
            <a:avLst>
              <a:gd name="adj" fmla="val 5406"/>
            </a:avLst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9536" y="1975104"/>
            <a:ext cx="3657600" cy="2377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D36B32"/>
                </a:solidFill>
                <a:latin typeface="Arial"/>
              </a:defRPr>
            </a:pPr>
            <a:r>
              <a:rPr dirty="0"/>
              <a:t>LOW-RANK И AGENT PROFILING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2404872"/>
            <a:ext cx="4846320" cy="37548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152B45"/>
                </a:solidFill>
                <a:latin typeface="Arial"/>
              </a:defRPr>
            </a:pPr>
            <a:r>
              <a:rPr dirty="0" err="1">
                <a:latin typeface="Russo One" panose="020B0604020202020204" charset="0"/>
              </a:rPr>
              <a:t>Анализ</a:t>
            </a:r>
            <a:r>
              <a:rPr dirty="0">
                <a:latin typeface="Russo One" panose="020B0604020202020204" charset="0"/>
              </a:rPr>
              <a:t> </a:t>
            </a:r>
            <a:r>
              <a:rPr dirty="0" err="1">
                <a:latin typeface="Russo One" panose="020B0604020202020204" charset="0"/>
              </a:rPr>
              <a:t>компонентов</a:t>
            </a:r>
            <a:r>
              <a:rPr dirty="0">
                <a:latin typeface="Russo One" panose="020B0604020202020204" charset="0"/>
              </a:rPr>
              <a:t> </a:t>
            </a:r>
            <a:r>
              <a:rPr dirty="0" err="1">
                <a:latin typeface="Russo One" panose="020B0604020202020204" charset="0"/>
              </a:rPr>
              <a:t>метода</a:t>
            </a:r>
            <a:endParaRPr dirty="0">
              <a:latin typeface="Russo One" panose="020B060402020202020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59536" y="3172968"/>
            <a:ext cx="4754880" cy="159120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300"/>
              </a:spcAft>
              <a:defRPr sz="1600" b="0">
                <a:solidFill>
                  <a:srgbClr val="152B45"/>
                </a:solidFill>
                <a:latin typeface="Arial"/>
              </a:defRPr>
            </a:pPr>
            <a:r>
              <a:rPr lang="ru-RU" dirty="0">
                <a:latin typeface="Mulish" panose="020B0604020202020204" charset="-52"/>
              </a:rPr>
              <a:t>-</a:t>
            </a:r>
            <a:r>
              <a:rPr dirty="0">
                <a:latin typeface="Mulish" panose="020B0604020202020204" charset="-52"/>
              </a:rPr>
              <a:t> </a:t>
            </a:r>
            <a:r>
              <a:rPr dirty="0" err="1">
                <a:latin typeface="Mulish" panose="020B0604020202020204" charset="-52"/>
              </a:rPr>
              <a:t>По</a:t>
            </a:r>
            <a:r>
              <a:rPr dirty="0">
                <a:latin typeface="Mulish" panose="020B0604020202020204" charset="-52"/>
              </a:rPr>
              <a:t> </a:t>
            </a:r>
            <a:r>
              <a:rPr dirty="0" err="1">
                <a:latin typeface="Mulish" panose="020B0604020202020204" charset="-52"/>
              </a:rPr>
              <a:t>результатам</a:t>
            </a:r>
            <a:r>
              <a:rPr dirty="0">
                <a:latin typeface="Mulish" panose="020B0604020202020204" charset="-52"/>
              </a:rPr>
              <a:t> </a:t>
            </a:r>
            <a:r>
              <a:rPr dirty="0" err="1">
                <a:latin typeface="Mulish" panose="020B0604020202020204" charset="-52"/>
              </a:rPr>
              <a:t>авторской</a:t>
            </a:r>
            <a:r>
              <a:rPr dirty="0">
                <a:latin typeface="Mulish" panose="020B0604020202020204" charset="-52"/>
              </a:rPr>
              <a:t> </a:t>
            </a:r>
            <a:r>
              <a:rPr dirty="0" err="1">
                <a:latin typeface="Mulish" panose="020B0604020202020204" charset="-52"/>
              </a:rPr>
              <a:t>абляции</a:t>
            </a:r>
            <a:r>
              <a:rPr dirty="0">
                <a:latin typeface="Mulish" panose="020B0604020202020204" charset="-52"/>
              </a:rPr>
              <a:t> low-rank </a:t>
            </a:r>
            <a:r>
              <a:rPr dirty="0" err="1">
                <a:latin typeface="Mulish" panose="020B0604020202020204" charset="-52"/>
              </a:rPr>
              <a:t>ограничение</a:t>
            </a:r>
            <a:r>
              <a:rPr dirty="0">
                <a:latin typeface="Mulish" panose="020B0604020202020204" charset="-52"/>
              </a:rPr>
              <a:t> </a:t>
            </a:r>
            <a:r>
              <a:rPr dirty="0" err="1">
                <a:latin typeface="Mulish" panose="020B0604020202020204" charset="-52"/>
              </a:rPr>
              <a:t>помогает</a:t>
            </a:r>
            <a:r>
              <a:rPr dirty="0">
                <a:latin typeface="Mulish" panose="020B0604020202020204" charset="-52"/>
              </a:rPr>
              <a:t> </a:t>
            </a:r>
            <a:r>
              <a:rPr dirty="0" err="1">
                <a:latin typeface="Mulish" panose="020B0604020202020204" charset="-52"/>
              </a:rPr>
              <a:t>оптимизации</a:t>
            </a:r>
            <a:r>
              <a:rPr dirty="0">
                <a:latin typeface="Mulish" panose="020B0604020202020204" charset="-52"/>
              </a:rPr>
              <a:t> </a:t>
            </a:r>
            <a:r>
              <a:rPr dirty="0" err="1">
                <a:latin typeface="Mulish" panose="020B0604020202020204" charset="-52"/>
              </a:rPr>
              <a:t>топологии</a:t>
            </a:r>
            <a:r>
              <a:rPr dirty="0">
                <a:latin typeface="Mulish" panose="020B0604020202020204" charset="-52"/>
              </a:rPr>
              <a:t>.</a:t>
            </a:r>
          </a:p>
          <a:p>
            <a:pPr>
              <a:spcAft>
                <a:spcPts val="300"/>
              </a:spcAft>
              <a:defRPr sz="1600" b="0">
                <a:solidFill>
                  <a:srgbClr val="152B45"/>
                </a:solidFill>
                <a:latin typeface="Arial"/>
              </a:defRPr>
            </a:pPr>
            <a:endParaRPr dirty="0">
              <a:latin typeface="Mulish" panose="020B0604020202020204" charset="-52"/>
            </a:endParaRPr>
          </a:p>
          <a:p>
            <a:pPr>
              <a:spcAft>
                <a:spcPts val="300"/>
              </a:spcAft>
              <a:defRPr sz="1600" b="0">
                <a:solidFill>
                  <a:srgbClr val="152B45"/>
                </a:solidFill>
                <a:latin typeface="Arial"/>
              </a:defRPr>
            </a:pPr>
            <a:r>
              <a:rPr lang="ru-RU" dirty="0">
                <a:latin typeface="Mulish" panose="020B0604020202020204" charset="-52"/>
              </a:rPr>
              <a:t>-</a:t>
            </a:r>
            <a:r>
              <a:rPr dirty="0">
                <a:latin typeface="Mulish" panose="020B0604020202020204" charset="-52"/>
              </a:rPr>
              <a:t> </a:t>
            </a:r>
            <a:r>
              <a:rPr dirty="0" err="1">
                <a:latin typeface="Mulish" panose="020B0604020202020204" charset="-52"/>
              </a:rPr>
              <a:t>Влияние</a:t>
            </a:r>
            <a:r>
              <a:rPr dirty="0">
                <a:latin typeface="Mulish" panose="020B0604020202020204" charset="-52"/>
              </a:rPr>
              <a:t> </a:t>
            </a:r>
            <a:r>
              <a:rPr dirty="0" err="1">
                <a:latin typeface="Mulish" panose="020B0604020202020204" charset="-52"/>
              </a:rPr>
              <a:t>специализации</a:t>
            </a:r>
            <a:r>
              <a:rPr dirty="0">
                <a:latin typeface="Mulish" panose="020B0604020202020204" charset="-52"/>
              </a:rPr>
              <a:t> </a:t>
            </a:r>
            <a:r>
              <a:rPr dirty="0" err="1">
                <a:latin typeface="Mulish" panose="020B0604020202020204" charset="-52"/>
              </a:rPr>
              <a:t>ролей</a:t>
            </a:r>
            <a:r>
              <a:rPr dirty="0">
                <a:latin typeface="Mulish" panose="020B0604020202020204" charset="-52"/>
              </a:rPr>
              <a:t> </a:t>
            </a:r>
            <a:r>
              <a:rPr dirty="0" err="1">
                <a:latin typeface="Mulish" panose="020B0604020202020204" charset="-52"/>
              </a:rPr>
              <a:t>зависит</a:t>
            </a:r>
            <a:r>
              <a:rPr dirty="0">
                <a:latin typeface="Mulish" panose="020B0604020202020204" charset="-52"/>
              </a:rPr>
              <a:t> </a:t>
            </a:r>
            <a:r>
              <a:rPr dirty="0" err="1">
                <a:latin typeface="Mulish" panose="020B0604020202020204" charset="-52"/>
              </a:rPr>
              <a:t>от</a:t>
            </a:r>
            <a:r>
              <a:rPr dirty="0">
                <a:latin typeface="Mulish" panose="020B0604020202020204" charset="-52"/>
              </a:rPr>
              <a:t> </a:t>
            </a:r>
            <a:r>
              <a:rPr dirty="0" err="1">
                <a:latin typeface="Mulish" panose="020B0604020202020204" charset="-52"/>
              </a:rPr>
              <a:t>типа</a:t>
            </a:r>
            <a:r>
              <a:rPr dirty="0">
                <a:latin typeface="Mulish" panose="020B0604020202020204" charset="-52"/>
              </a:rPr>
              <a:t> </a:t>
            </a:r>
            <a:r>
              <a:rPr dirty="0" err="1">
                <a:latin typeface="Mulish" panose="020B0604020202020204" charset="-52"/>
              </a:rPr>
              <a:t>задач</a:t>
            </a:r>
            <a:r>
              <a:rPr dirty="0">
                <a:latin typeface="Mulish" panose="020B0604020202020204" charset="-52"/>
              </a:rPr>
              <a:t>: </a:t>
            </a:r>
            <a:r>
              <a:rPr dirty="0" err="1">
                <a:latin typeface="Mulish" panose="020B0604020202020204" charset="-52"/>
              </a:rPr>
              <a:t>сильнее</a:t>
            </a:r>
            <a:r>
              <a:rPr dirty="0">
                <a:latin typeface="Mulish" panose="020B0604020202020204" charset="-52"/>
              </a:rPr>
              <a:t> </a:t>
            </a:r>
            <a:r>
              <a:rPr dirty="0" err="1">
                <a:latin typeface="Mulish" panose="020B0604020202020204" charset="-52"/>
              </a:rPr>
              <a:t>проявляется</a:t>
            </a:r>
            <a:r>
              <a:rPr dirty="0">
                <a:latin typeface="Mulish" panose="020B0604020202020204" charset="-52"/>
              </a:rPr>
              <a:t> в reasoning и </a:t>
            </a:r>
            <a:r>
              <a:rPr dirty="0" err="1">
                <a:latin typeface="Mulish" panose="020B0604020202020204" charset="-52"/>
              </a:rPr>
              <a:t>генерации</a:t>
            </a:r>
            <a:r>
              <a:rPr dirty="0">
                <a:latin typeface="Mulish" panose="020B0604020202020204" charset="-52"/>
              </a:rPr>
              <a:t> </a:t>
            </a:r>
            <a:r>
              <a:rPr dirty="0" err="1">
                <a:latin typeface="Mulish" panose="020B0604020202020204" charset="-52"/>
              </a:rPr>
              <a:t>кода</a:t>
            </a:r>
            <a:r>
              <a:rPr dirty="0">
                <a:latin typeface="Mulish" panose="020B0604020202020204" charset="-52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7376" y="1975104"/>
            <a:ext cx="3657600" cy="23774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D36B32"/>
                </a:solidFill>
                <a:latin typeface="Arial"/>
              </a:defRPr>
            </a:pPr>
            <a:r>
              <a:t>УСТОЙЧИВОСТЬ К АТАКАМ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7376" y="2404872"/>
            <a:ext cx="4846320" cy="37548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152B45"/>
                </a:solidFill>
                <a:latin typeface="Arial"/>
              </a:defRPr>
            </a:pPr>
            <a:r>
              <a:rPr dirty="0">
                <a:latin typeface="Russo One" panose="020B0604020202020204" charset="0"/>
              </a:rPr>
              <a:t>Agent Prompt Attack · MMLU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7376" y="3136392"/>
            <a:ext cx="2029968" cy="25237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76A7D"/>
                </a:solidFill>
                <a:latin typeface="Arial"/>
              </a:defRPr>
            </a:pPr>
            <a:r>
              <a:rPr dirty="0" err="1">
                <a:latin typeface="Mulish" panose="020B0604020202020204" charset="-52"/>
              </a:rPr>
              <a:t>Без</a:t>
            </a:r>
            <a:r>
              <a:rPr dirty="0">
                <a:latin typeface="Mulish" panose="020B0604020202020204" charset="-52"/>
              </a:rPr>
              <a:t> </a:t>
            </a:r>
            <a:r>
              <a:rPr dirty="0" err="1">
                <a:latin typeface="Mulish" panose="020B0604020202020204" charset="-52"/>
              </a:rPr>
              <a:t>AgentPrune</a:t>
            </a:r>
            <a:endParaRPr dirty="0">
              <a:latin typeface="Mulish" panose="020B0604020202020204" charset="-5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198864" y="3081528"/>
            <a:ext cx="2084831" cy="5029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300"/>
              </a:spcAft>
              <a:defRPr sz="2600" b="1">
                <a:solidFill>
                  <a:srgbClr val="152B45"/>
                </a:solidFill>
                <a:latin typeface="Arial"/>
              </a:defRPr>
            </a:pPr>
            <a:r>
              <a:t>78,4%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37376" y="3703320"/>
            <a:ext cx="3611880" cy="118872"/>
          </a:xfrm>
          <a:prstGeom prst="rect">
            <a:avLst/>
          </a:prstGeom>
          <a:solidFill>
            <a:srgbClr val="CED7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37376" y="4041648"/>
            <a:ext cx="2029968" cy="25237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576A7D"/>
                </a:solidFill>
                <a:latin typeface="Arial"/>
              </a:defRPr>
            </a:pPr>
            <a:r>
              <a:rPr dirty="0">
                <a:latin typeface="Mulish" panose="020B0604020202020204" charset="-52"/>
              </a:rPr>
              <a:t>С </a:t>
            </a:r>
            <a:r>
              <a:rPr dirty="0" err="1">
                <a:latin typeface="Mulish" panose="020B0604020202020204" charset="-52"/>
              </a:rPr>
              <a:t>AgentPrune</a:t>
            </a:r>
            <a:endParaRPr dirty="0">
              <a:latin typeface="Mulish" panose="020B0604020202020204" charset="-5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198864" y="3995928"/>
            <a:ext cx="2084831" cy="52120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300"/>
              </a:spcAft>
              <a:defRPr sz="2700" b="1">
                <a:solidFill>
                  <a:srgbClr val="D36B32"/>
                </a:solidFill>
                <a:latin typeface="Arial"/>
              </a:defRPr>
            </a:pPr>
            <a:r>
              <a:t>83,9%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37376" y="4599432"/>
            <a:ext cx="3858768" cy="118872"/>
          </a:xfrm>
          <a:prstGeom prst="rect">
            <a:avLst/>
          </a:prstGeom>
          <a:solidFill>
            <a:srgbClr val="D36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37376" y="5056632"/>
            <a:ext cx="4572000" cy="34471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23886B"/>
                </a:solidFill>
                <a:latin typeface="Arial"/>
              </a:defRPr>
            </a:pPr>
            <a:r>
              <a:rPr dirty="0"/>
              <a:t>+5</a:t>
            </a:r>
            <a:r>
              <a:rPr lang="ru-RU" dirty="0"/>
              <a:t>.</a:t>
            </a:r>
            <a:r>
              <a:rPr dirty="0"/>
              <a:t>5</a:t>
            </a:r>
            <a:r>
              <a:rPr lang="ru-RU" dirty="0"/>
              <a:t> </a:t>
            </a:r>
            <a:r>
              <a:rPr lang="ru-RU" dirty="0" err="1"/>
              <a:t>п.п</a:t>
            </a:r>
            <a:r>
              <a:rPr lang="ru-RU" dirty="0"/>
              <a:t>.</a:t>
            </a:r>
            <a:r>
              <a:rPr dirty="0"/>
              <a:t>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" y="5971032"/>
            <a:ext cx="10972800" cy="3383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04088" y="5998464"/>
            <a:ext cx="10789920" cy="23698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300"/>
              </a:spcAft>
              <a:defRPr sz="1300" b="0">
                <a:solidFill>
                  <a:srgbClr val="576A7D"/>
                </a:solidFill>
                <a:latin typeface="Arial"/>
              </a:defRPr>
            </a:pPr>
            <a:r>
              <a:rPr dirty="0" err="1">
                <a:latin typeface="Mulish" panose="020B0604020202020204" charset="-52"/>
              </a:rPr>
              <a:t>Результат</a:t>
            </a:r>
            <a:r>
              <a:rPr dirty="0">
                <a:latin typeface="Mulish" panose="020B0604020202020204" charset="-52"/>
              </a:rPr>
              <a:t> </a:t>
            </a:r>
            <a:r>
              <a:rPr dirty="0" err="1">
                <a:latin typeface="Mulish" panose="020B0604020202020204" charset="-52"/>
              </a:rPr>
              <a:t>зависит</a:t>
            </a:r>
            <a:r>
              <a:rPr dirty="0">
                <a:latin typeface="Mulish" panose="020B0604020202020204" charset="-52"/>
              </a:rPr>
              <a:t> </a:t>
            </a:r>
            <a:r>
              <a:rPr dirty="0" err="1">
                <a:latin typeface="Mulish" panose="020B0604020202020204" charset="-52"/>
              </a:rPr>
              <a:t>от</a:t>
            </a:r>
            <a:r>
              <a:rPr dirty="0">
                <a:latin typeface="Mulish" panose="020B0604020202020204" charset="-52"/>
              </a:rPr>
              <a:t> </a:t>
            </a:r>
            <a:r>
              <a:rPr dirty="0" err="1">
                <a:latin typeface="Mulish" panose="020B0604020202020204" charset="-52"/>
              </a:rPr>
              <a:t>архитектуры</a:t>
            </a:r>
            <a:r>
              <a:rPr dirty="0">
                <a:latin typeface="Mulish" panose="020B0604020202020204" charset="-52"/>
              </a:rPr>
              <a:t> и </a:t>
            </a:r>
            <a:r>
              <a:rPr dirty="0" err="1">
                <a:latin typeface="Mulish" panose="020B0604020202020204" charset="-52"/>
              </a:rPr>
              <a:t>атаки</a:t>
            </a:r>
            <a:r>
              <a:rPr dirty="0">
                <a:latin typeface="Mulish" panose="020B0604020202020204" charset="-52"/>
              </a:rPr>
              <a:t>: pruning </a:t>
            </a:r>
            <a:r>
              <a:rPr dirty="0" err="1">
                <a:latin typeface="Mulish" panose="020B0604020202020204" charset="-52"/>
              </a:rPr>
              <a:t>не</a:t>
            </a:r>
            <a:r>
              <a:rPr dirty="0">
                <a:latin typeface="Mulish" panose="020B0604020202020204" charset="-52"/>
              </a:rPr>
              <a:t> </a:t>
            </a:r>
            <a:r>
              <a:rPr dirty="0" err="1">
                <a:latin typeface="Mulish" panose="020B0604020202020204" charset="-52"/>
              </a:rPr>
              <a:t>является</a:t>
            </a:r>
            <a:r>
              <a:rPr dirty="0">
                <a:latin typeface="Mulish" panose="020B0604020202020204" charset="-52"/>
              </a:rPr>
              <a:t> </a:t>
            </a:r>
            <a:r>
              <a:rPr dirty="0" err="1">
                <a:latin typeface="Mulish" panose="020B0604020202020204" charset="-52"/>
              </a:rPr>
              <a:t>отдельным</a:t>
            </a:r>
            <a:r>
              <a:rPr dirty="0">
                <a:latin typeface="Mulish" panose="020B0604020202020204" charset="-52"/>
              </a:rPr>
              <a:t> </a:t>
            </a:r>
            <a:r>
              <a:rPr dirty="0" err="1">
                <a:latin typeface="Mulish" panose="020B0604020202020204" charset="-52"/>
              </a:rPr>
              <a:t>детектором</a:t>
            </a:r>
            <a:r>
              <a:rPr dirty="0">
                <a:latin typeface="Mulish" panose="020B0604020202020204" charset="-52"/>
              </a:rPr>
              <a:t> </a:t>
            </a:r>
            <a:r>
              <a:rPr dirty="0" err="1">
                <a:latin typeface="Mulish" panose="020B0604020202020204" charset="-52"/>
              </a:rPr>
              <a:t>вредоносных</a:t>
            </a:r>
            <a:r>
              <a:rPr dirty="0">
                <a:latin typeface="Mulish" panose="020B0604020202020204" charset="-52"/>
              </a:rPr>
              <a:t> </a:t>
            </a:r>
            <a:r>
              <a:rPr dirty="0" err="1">
                <a:latin typeface="Mulish" panose="020B0604020202020204" charset="-52"/>
              </a:rPr>
              <a:t>сообщений</a:t>
            </a:r>
            <a:r>
              <a:rPr dirty="0">
                <a:latin typeface="Mulish" panose="020B0604020202020204" charset="-52"/>
              </a:rPr>
              <a:t>.</a:t>
            </a:r>
          </a:p>
        </p:txBody>
      </p:sp>
      <p:sp>
        <p:nvSpPr>
          <p:cNvPr id="22" name="Text 0">
            <a:extLst>
              <a:ext uri="{FF2B5EF4-FFF2-40B4-BE49-F238E27FC236}">
                <a16:creationId xmlns:a16="http://schemas.microsoft.com/office/drawing/2014/main" id="{3C4337F1-E023-91A2-7B67-04007DF4F9FF}"/>
              </a:ext>
            </a:extLst>
          </p:cNvPr>
          <p:cNvSpPr/>
          <p:nvPr/>
        </p:nvSpPr>
        <p:spPr>
          <a:xfrm>
            <a:off x="609585" y="616584"/>
            <a:ext cx="11582110" cy="375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ru-RU" sz="1100" kern="100" spc="132" dirty="0">
                <a:solidFill>
                  <a:srgbClr val="4D5D6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АБЛЯЦИИ И УСТОЙЧИВОСТЬ</a:t>
            </a:r>
          </a:p>
        </p:txBody>
      </p:sp>
      <p:sp>
        <p:nvSpPr>
          <p:cNvPr id="24" name="Text 1">
            <a:extLst>
              <a:ext uri="{FF2B5EF4-FFF2-40B4-BE49-F238E27FC236}">
                <a16:creationId xmlns:a16="http://schemas.microsoft.com/office/drawing/2014/main" id="{43A385AD-AC7D-C37B-57A7-3505E3E79A85}"/>
              </a:ext>
            </a:extLst>
          </p:cNvPr>
          <p:cNvSpPr/>
          <p:nvPr/>
        </p:nvSpPr>
        <p:spPr>
          <a:xfrm>
            <a:off x="609585" y="892516"/>
            <a:ext cx="10972526" cy="737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ru-RU" sz="2600" kern="100" spc="-26" dirty="0">
                <a:solidFill>
                  <a:srgbClr val="14243A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Что даёт </a:t>
            </a:r>
            <a:r>
              <a:rPr lang="ru-RU" sz="2600" kern="100" spc="-26" dirty="0" err="1">
                <a:solidFill>
                  <a:srgbClr val="14243A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pruning</a:t>
            </a:r>
            <a:r>
              <a:rPr lang="ru-RU" sz="2600" kern="100" spc="-26" dirty="0">
                <a:solidFill>
                  <a:srgbClr val="14243A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 помимо экономии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621792" y="1856230"/>
            <a:ext cx="5376672" cy="3147091"/>
          </a:xfrm>
          <a:prstGeom prst="roundRect">
            <a:avLst>
              <a:gd name="adj" fmla="val 7562"/>
            </a:avLst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17920" y="1856231"/>
            <a:ext cx="5367528" cy="3932094"/>
          </a:xfrm>
          <a:prstGeom prst="roundRect">
            <a:avLst>
              <a:gd name="adj" fmla="val 7815"/>
            </a:avLst>
          </a:prstGeom>
          <a:solidFill>
            <a:srgbClr val="F3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77824" y="2139696"/>
            <a:ext cx="3657600" cy="28315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D36B32"/>
                </a:solidFill>
                <a:latin typeface="Arial"/>
              </a:defRPr>
            </a:pPr>
            <a:r>
              <a:rPr sz="1600" dirty="0">
                <a:solidFill>
                  <a:srgbClr val="D36B32"/>
                </a:solidFill>
                <a:latin typeface="Russo One" panose="020B0604020202020204" charset="0"/>
              </a:rPr>
              <a:t>ГЛАВНЫЕ</a:t>
            </a:r>
            <a:r>
              <a:rPr sz="1600" dirty="0">
                <a:latin typeface="Russo One" panose="020B0604020202020204" charset="0"/>
              </a:rPr>
              <a:t> ВЫВОДЫ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791336"/>
            <a:ext cx="4736592" cy="202209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52B45"/>
                </a:solidFill>
                <a:latin typeface="Arial"/>
              </a:defRPr>
            </a:pPr>
            <a:r>
              <a:rPr b="1" dirty="0">
                <a:solidFill>
                  <a:srgbClr val="D36B32"/>
                </a:solidFill>
                <a:latin typeface="Russo One" panose="020B0604020202020204" charset="0"/>
              </a:rPr>
              <a:t>01</a:t>
            </a:r>
            <a:r>
              <a:rPr dirty="0"/>
              <a:t>  </a:t>
            </a:r>
            <a:r>
              <a:rPr dirty="0" err="1"/>
              <a:t>Оптимизация</a:t>
            </a:r>
            <a:r>
              <a:rPr dirty="0"/>
              <a:t> </a:t>
            </a:r>
            <a:r>
              <a:rPr dirty="0" err="1"/>
              <a:t>коммуникаций</a:t>
            </a:r>
            <a:r>
              <a:rPr dirty="0"/>
              <a:t> — </a:t>
            </a:r>
            <a:r>
              <a:rPr dirty="0" err="1"/>
              <a:t>отдельный</a:t>
            </a:r>
            <a:r>
              <a:rPr dirty="0"/>
              <a:t> </a:t>
            </a:r>
            <a:r>
              <a:rPr dirty="0" err="1"/>
              <a:t>рычаг</a:t>
            </a:r>
            <a:r>
              <a:rPr dirty="0"/>
              <a:t> </a:t>
            </a:r>
            <a:r>
              <a:rPr dirty="0" err="1"/>
              <a:t>эффективности</a:t>
            </a:r>
            <a:r>
              <a:rPr dirty="0"/>
              <a:t> MAS.</a:t>
            </a:r>
          </a:p>
          <a:p>
            <a:pPr>
              <a:spcAft>
                <a:spcPts val="300"/>
              </a:spcAft>
              <a:defRPr sz="1700" b="0">
                <a:solidFill>
                  <a:srgbClr val="152B45"/>
                </a:solidFill>
                <a:latin typeface="Arial"/>
              </a:defRPr>
            </a:pPr>
            <a:endParaRPr dirty="0"/>
          </a:p>
          <a:p>
            <a:pPr>
              <a:spcAft>
                <a:spcPts val="300"/>
              </a:spcAft>
              <a:defRPr sz="1700" b="0">
                <a:solidFill>
                  <a:srgbClr val="152B45"/>
                </a:solidFill>
                <a:latin typeface="Arial"/>
              </a:defRPr>
            </a:pPr>
            <a:r>
              <a:rPr b="1" dirty="0">
                <a:solidFill>
                  <a:srgbClr val="D36B32"/>
                </a:solidFill>
                <a:latin typeface="Russo One" panose="020B0604020202020204" charset="0"/>
              </a:rPr>
              <a:t>02</a:t>
            </a:r>
            <a:r>
              <a:rPr dirty="0"/>
              <a:t> 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существенно</a:t>
            </a:r>
            <a:r>
              <a:rPr dirty="0"/>
              <a:t> </a:t>
            </a:r>
            <a:r>
              <a:rPr dirty="0" err="1"/>
              <a:t>сократить</a:t>
            </a:r>
            <a:r>
              <a:rPr dirty="0"/>
              <a:t> </a:t>
            </a:r>
            <a:r>
              <a:rPr dirty="0" err="1"/>
              <a:t>токены</a:t>
            </a:r>
            <a:r>
              <a:rPr dirty="0"/>
              <a:t> и </a:t>
            </a:r>
            <a:r>
              <a:rPr dirty="0" err="1"/>
              <a:t>стоимость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сопоставимом</a:t>
            </a:r>
            <a:r>
              <a:rPr dirty="0"/>
              <a:t> </a:t>
            </a:r>
            <a:r>
              <a:rPr dirty="0" err="1"/>
              <a:t>качестве</a:t>
            </a:r>
            <a:r>
              <a:rPr dirty="0"/>
              <a:t>.</a:t>
            </a:r>
          </a:p>
          <a:p>
            <a:pPr>
              <a:spcAft>
                <a:spcPts val="300"/>
              </a:spcAft>
              <a:defRPr sz="1700" b="0">
                <a:solidFill>
                  <a:srgbClr val="152B45"/>
                </a:solidFill>
                <a:latin typeface="Arial"/>
              </a:defRPr>
            </a:pPr>
            <a:endParaRPr dirty="0"/>
          </a:p>
          <a:p>
            <a:pPr>
              <a:spcAft>
                <a:spcPts val="300"/>
              </a:spcAft>
              <a:defRPr sz="1700" b="0">
                <a:solidFill>
                  <a:srgbClr val="152B45"/>
                </a:solidFill>
                <a:latin typeface="Arial"/>
              </a:defRPr>
            </a:pPr>
            <a:r>
              <a:rPr b="1" dirty="0">
                <a:solidFill>
                  <a:srgbClr val="D36B32"/>
                </a:solidFill>
                <a:latin typeface="Russo One" panose="020B0604020202020204" charset="0"/>
              </a:rPr>
              <a:t>03</a:t>
            </a:r>
            <a:r>
              <a:rPr dirty="0"/>
              <a:t>  </a:t>
            </a:r>
            <a:r>
              <a:rPr dirty="0" err="1"/>
              <a:t>Градиенты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сами</a:t>
            </a:r>
            <a:r>
              <a:rPr dirty="0"/>
              <a:t> LLM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требуются</a:t>
            </a:r>
            <a:r>
              <a:rPr dirty="0"/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4808" y="2139696"/>
            <a:ext cx="3657600" cy="28315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D36B32"/>
                </a:solidFill>
                <a:latin typeface="Arial"/>
              </a:defRPr>
            </a:pPr>
            <a:r>
              <a:rPr sz="1600" dirty="0">
                <a:latin typeface="Russo One" panose="020B0604020202020204" charset="0"/>
              </a:rPr>
              <a:t>ОГРАНИЧЕНИЯ</a:t>
            </a:r>
            <a:r>
              <a:rPr lang="en-US" sz="1600" dirty="0">
                <a:latin typeface="Russo One" panose="020B0604020202020204" charset="0"/>
              </a:rPr>
              <a:t> </a:t>
            </a:r>
            <a:r>
              <a:rPr lang="ru-RU" sz="1600" dirty="0">
                <a:latin typeface="Russo One" panose="020B0604020202020204" charset="0"/>
              </a:rPr>
              <a:t>И ЗАМЕЧАНИЯ</a:t>
            </a:r>
            <a:endParaRPr sz="1600" dirty="0">
              <a:latin typeface="Russo One" panose="020B060402020202020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64808" y="2791336"/>
            <a:ext cx="4663440" cy="280692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152B45"/>
                </a:solidFill>
                <a:latin typeface="Arial"/>
              </a:defRPr>
            </a:pPr>
            <a:r>
              <a:rPr b="1" dirty="0">
                <a:solidFill>
                  <a:srgbClr val="D36B32"/>
                </a:solidFill>
                <a:latin typeface="Russo One" panose="020B0604020202020204" charset="0"/>
              </a:rPr>
              <a:t>01</a:t>
            </a:r>
            <a:r>
              <a:rPr dirty="0"/>
              <a:t>  </a:t>
            </a:r>
            <a:r>
              <a:rPr dirty="0" err="1"/>
              <a:t>Поиск</a:t>
            </a:r>
            <a:r>
              <a:rPr dirty="0"/>
              <a:t> </a:t>
            </a:r>
            <a:r>
              <a:rPr dirty="0" err="1"/>
              <a:t>хорошей</a:t>
            </a:r>
            <a:r>
              <a:rPr dirty="0"/>
              <a:t> </a:t>
            </a:r>
            <a:r>
              <a:rPr dirty="0" err="1"/>
              <a:t>топологии</a:t>
            </a:r>
            <a:r>
              <a:rPr lang="ru-RU" dirty="0"/>
              <a:t> под конкретную задачу или домен задач</a:t>
            </a:r>
            <a:r>
              <a:rPr dirty="0"/>
              <a:t> </a:t>
            </a:r>
            <a:r>
              <a:rPr dirty="0" err="1"/>
              <a:t>требует</a:t>
            </a:r>
            <a:r>
              <a:rPr dirty="0"/>
              <a:t> </a:t>
            </a:r>
            <a:r>
              <a:rPr dirty="0" err="1"/>
              <a:t>запусков</a:t>
            </a:r>
            <a:r>
              <a:rPr dirty="0"/>
              <a:t> MAS.</a:t>
            </a:r>
          </a:p>
          <a:p>
            <a:pPr>
              <a:spcAft>
                <a:spcPts val="300"/>
              </a:spcAft>
              <a:defRPr sz="1700" b="0">
                <a:solidFill>
                  <a:srgbClr val="152B45"/>
                </a:solidFill>
                <a:latin typeface="Arial"/>
              </a:defRPr>
            </a:pPr>
            <a:endParaRPr dirty="0"/>
          </a:p>
          <a:p>
            <a:pPr>
              <a:spcAft>
                <a:spcPts val="300"/>
              </a:spcAft>
              <a:defRPr sz="1700" b="0">
                <a:solidFill>
                  <a:srgbClr val="152B45"/>
                </a:solidFill>
                <a:latin typeface="Arial"/>
              </a:defRPr>
            </a:pPr>
            <a:r>
              <a:rPr b="1" dirty="0">
                <a:solidFill>
                  <a:srgbClr val="D36B32"/>
                </a:solidFill>
                <a:latin typeface="Russo One" panose="020B0604020202020204" charset="0"/>
              </a:rPr>
              <a:t>02</a:t>
            </a:r>
            <a:r>
              <a:rPr dirty="0"/>
              <a:t>  </a:t>
            </a:r>
            <a:r>
              <a:rPr dirty="0" err="1"/>
              <a:t>Эффект</a:t>
            </a:r>
            <a:r>
              <a:rPr dirty="0"/>
              <a:t> </a:t>
            </a:r>
            <a:r>
              <a:rPr dirty="0" err="1"/>
              <a:t>зависит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задач</a:t>
            </a:r>
            <a:r>
              <a:rPr dirty="0"/>
              <a:t> и </a:t>
            </a:r>
            <a:r>
              <a:rPr dirty="0" err="1"/>
              <a:t>исходной</a:t>
            </a:r>
            <a:r>
              <a:rPr dirty="0"/>
              <a:t> </a:t>
            </a:r>
            <a:r>
              <a:rPr dirty="0" err="1"/>
              <a:t>архитектуры</a:t>
            </a:r>
            <a:r>
              <a:rPr dirty="0"/>
              <a:t>.</a:t>
            </a:r>
          </a:p>
          <a:p>
            <a:pPr>
              <a:spcAft>
                <a:spcPts val="300"/>
              </a:spcAft>
              <a:defRPr sz="1700" b="0">
                <a:solidFill>
                  <a:srgbClr val="152B45"/>
                </a:solidFill>
                <a:latin typeface="Arial"/>
              </a:defRPr>
            </a:pPr>
            <a:endParaRPr dirty="0"/>
          </a:p>
          <a:p>
            <a:pPr>
              <a:spcAft>
                <a:spcPts val="300"/>
              </a:spcAft>
              <a:defRPr sz="1700" b="0">
                <a:solidFill>
                  <a:srgbClr val="152B45"/>
                </a:solidFill>
                <a:latin typeface="Arial"/>
              </a:defRPr>
            </a:pPr>
            <a:r>
              <a:rPr b="1" dirty="0">
                <a:solidFill>
                  <a:srgbClr val="D36B32"/>
                </a:solidFill>
                <a:latin typeface="Russo One" panose="020B0604020202020204" charset="0"/>
              </a:rPr>
              <a:t>03</a:t>
            </a:r>
            <a:r>
              <a:rPr dirty="0"/>
              <a:t>  </a:t>
            </a:r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расхождения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описанием</a:t>
            </a:r>
            <a:r>
              <a:rPr dirty="0"/>
              <a:t> и </a:t>
            </a:r>
            <a:r>
              <a:rPr dirty="0" err="1"/>
              <a:t>кодом</a:t>
            </a:r>
            <a:r>
              <a:rPr dirty="0"/>
              <a:t>: </a:t>
            </a:r>
            <a:r>
              <a:rPr dirty="0" err="1"/>
              <a:t>DAGSampling</a:t>
            </a:r>
            <a:r>
              <a:rPr dirty="0"/>
              <a:t>, low-rank, </a:t>
            </a:r>
            <a:r>
              <a:rPr dirty="0" err="1"/>
              <a:t>режим</a:t>
            </a:r>
            <a:r>
              <a:rPr dirty="0"/>
              <a:t> pruning.</a:t>
            </a:r>
          </a:p>
        </p:txBody>
      </p:sp>
      <p:sp>
        <p:nvSpPr>
          <p:cNvPr id="14" name="Text 0">
            <a:extLst>
              <a:ext uri="{FF2B5EF4-FFF2-40B4-BE49-F238E27FC236}">
                <a16:creationId xmlns:a16="http://schemas.microsoft.com/office/drawing/2014/main" id="{64F258F3-34A4-1A45-2025-A55FEE454319}"/>
              </a:ext>
            </a:extLst>
          </p:cNvPr>
          <p:cNvSpPr/>
          <p:nvPr/>
        </p:nvSpPr>
        <p:spPr>
          <a:xfrm>
            <a:off x="609585" y="616584"/>
            <a:ext cx="11582110" cy="375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ru-RU" sz="1100" kern="100" spc="132" dirty="0">
                <a:solidFill>
                  <a:srgbClr val="4D5D6E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ВЫВОДЫ И ОГРАНИЧЕНИЯ</a:t>
            </a:r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9C6F5440-7FC5-0701-3D1D-00EA4DB71119}"/>
              </a:ext>
            </a:extLst>
          </p:cNvPr>
          <p:cNvSpPr/>
          <p:nvPr/>
        </p:nvSpPr>
        <p:spPr>
          <a:xfrm>
            <a:off x="609585" y="892516"/>
            <a:ext cx="10972526" cy="737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ru-RU" sz="2600" kern="100" spc="-26" dirty="0">
                <a:solidFill>
                  <a:srgbClr val="14243A"/>
                </a:solidFill>
                <a:latin typeface="Russo One" pitchFamily="34" charset="0"/>
                <a:ea typeface="Russo One" pitchFamily="34" charset="-122"/>
                <a:cs typeface="Russo One" pitchFamily="34" charset="-120"/>
              </a:rPr>
              <a:t>Меньше сообщений — не обязательно хуже результат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</TotalTime>
  <Words>1388</Words>
  <Application>Microsoft Office PowerPoint</Application>
  <PresentationFormat>Широкоэкранный</PresentationFormat>
  <Paragraphs>200</Paragraphs>
  <Slides>16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5" baseType="lpstr">
      <vt:lpstr>Russo One</vt:lpstr>
      <vt:lpstr>Arial</vt:lpstr>
      <vt:lpstr>JetBrains Mono</vt:lpstr>
      <vt:lpstr>Mulish Bold</vt:lpstr>
      <vt:lpstr>JetBrains Mono Medium</vt:lpstr>
      <vt:lpstr>Mulish</vt:lpstr>
      <vt:lpstr>JetBrains Mono SemiBold</vt:lpstr>
      <vt:lpstr>Mulish SemiBold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Дмитрий Калягин</dc:creator>
  <cp:lastModifiedBy>Дмитрий Калягин</cp:lastModifiedBy>
  <cp:revision>27</cp:revision>
  <dcterms:created xsi:type="dcterms:W3CDTF">2026-10-14T23:47:47Z</dcterms:created>
  <dcterms:modified xsi:type="dcterms:W3CDTF">2026-10-15T08:21:23Z</dcterms:modified>
</cp:coreProperties>
</file>